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5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7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8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masis MT Pro" panose="02040504050005020304" pitchFamily="18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Sagona Book" panose="02020503050505020204" pitchFamily="18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18T13:38:14.78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3306 0,'-12'1,"-1"0,1 1,-1 1,-12 3,-21 5,-337 39,146-22,-20-12,122-12,36 6,-110 25,118-17,-148 10,199-29,21 0,-36 4,51-3,-1 1,1 0,0 0,-1 0,1 1,0-1,0 1,0 0,0 0,0 1,0-1,0 1,-3 3,2 0,-1 0,-1 1,0-1,-13 9,18-14,0 0,1 0,-1 0,0 0,0 0,0 0,1-1,-1 1,0-1,0 0,0 1,0-1,0 0,0 0,0 0,0 0,0-1,0 1,0-1,0 1,0-1,1 1,-4-3,-11-7,0-1,-17-16,-22-15,11 10,34 24,1 1,-1 0,0 0,0 1,0 1,-1-1,0 2,-14-5,6 6,-1 0,1 1,-1 1,1 0,-1 2,1 0,-38 8,12 2,2 2,-56 24,61-18,1 1,0 2,2 1,-39 35,-59 37,86-67,19-13,1 2,0 1,2 1,-40 37,60-50,0 0,1 1,-1 0,2 0,-1 0,1 0,0 0,0 1,1-1,-2 13,3-17,0-1,1 1,0 0,-1-1,1 1,0 0,0-1,1 1,-1 0,0-1,1 1,0 0,-1-1,1 1,0-1,0 1,1-1,-1 0,1 1,-1-1,1 0,-1 0,1 0,0 0,0 0,0 0,0-1,0 1,1-1,-1 1,0-1,6 2,-5-2,0-1,0 1,1-1,-1 0,0 0,0 0,0 0,1-1,-1 1,0-1,0 0,5-2,39-19,-26 10,-5 4,0 1,1 0,0 1,0 0,1 2,-1 0,1 1,34-2,7 5,-1 2,99 17,-140-16,54 12,1-4,87 3,98-16,125 3,16 36,-218-18,60 11,-203-26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18T13:38:15.90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2991 4,'-76'-1,"31"-1,1 2,-1 2,1 2,-52 11,-48 21,-220 29,-487 50,729-97,-226 27,248-37,-148-7,209-6,-1-2,1-2,1-1,-1-2,2-2,-48-23,76 31,-1 1,1-1,0-1,-13-12,-7-6,24 22,1 0,-1 1,1 0,-1 0,0 0,-6-2,-9-1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38:40.9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4816 374 24575,'-1'0'0,"0"0"0,0-1 0,0 1 0,-1 0 0,1-1 0,0 1 0,0-1 0,0 1 0,0-1 0,0 0 0,1 1 0,-1-1 0,0 0 0,0 0 0,0 0 0,1 1 0,-1-1 0,0 0 0,1 0 0,-1 0 0,0 0 0,1 0 0,0 0 0,-1 0 0,1 0 0,0-1 0,-1 1 0,1 0 0,0 0 0,0 0 0,0 0 0,0 0 0,0-1 0,0-1 0,4-41 0,-2 38 0,-1 0 0,0 0 0,-1 0 0,1-1 0,-1 1 0,0 0 0,-1-1 0,0 1 0,0 0 0,0 0 0,-1 0 0,1 0 0,-1 0 0,-1 0 0,-4-8 0,3 8 0,0 0 0,-1 0 0,0 0 0,0 1 0,0 0 0,-1 0 0,1 0 0,-1 1 0,0 0 0,0 0 0,-1 0 0,1 1 0,-10-3 0,-12-4 0,0 1 0,-1 1 0,-51-6 0,-90 2 0,112 9 0,-59-9 0,-21-2 0,-373 33 0,285-11 0,53-2 0,53 8 0,77-7 0,-57 1 0,-1131-8 0,553-1 0,648 2 0,0 2 0,-32 7 0,27-3 0,-40 1 0,-28-9 0,60 0 0,-69 6 0,108-5 0,1 1 0,-1-1 0,1 1 0,-1 0 0,1 0 0,-1 1 0,1-1 0,0 1 0,0-1 0,-1 1 0,1 0 0,0 0 0,1 0 0,-1 1 0,0-1 0,1 1 0,-1 0 0,1-1 0,0 1 0,0 0 0,0 0 0,0 1 0,0-1 0,1 0 0,-1 0 0,1 1 0,0-1 0,-1 5 0,2-2 0,-1-1 0,1 0 0,0 1 0,0-1 0,0 1 0,1-1 0,0 0 0,0 1 0,0-1 0,0 0 0,1 0 0,0 1 0,0-2 0,1 1 0,0 0 0,-1 0 0,1-1 0,5 6 0,130 138 0,-131-141 0,0-1 0,0 0 0,0 0 0,0 0 0,1-1 0,0-1 0,0 1 0,0-1 0,1 0 0,0-1 0,-1 0 0,1-1 0,14 3 0,-1-1 0,1-1 0,0-2 0,0 0 0,29-3 0,52-13 0,-68 8 0,56-3 0,-82 9 0,221 3 0,-142 12 0,-55-8 0,42 3 0,-1-8 0,-1-2 0,103-16 0,-79 6 0,-53 7 0,62-14 0,-52 6 0,-1 1 0,1 3 0,96-2 0,-74 12 0,-32 0 0,0-1 0,0-3 0,74-11 0,-77 6 0,-1 2 0,83 1 0,2 0 0,-39-10 0,-59 8 0,44-3 0,270 6 0,-175 5 0,-142-3 0,0-2 0,38-8 0,-46 7 0,1 0 0,0 2 0,-1 0 0,1 0 0,0 2 0,34 3 0,3 7 0,-1-2 0,79 1 0,-103-7 0,0 1 0,36 8 0,-33-5 0,50 3 0,19-10 0,37 3 0,-134-2 0,-1 1 0,1 1 0,0-1 0,0 1 0,-1-1 0,1 1 0,-1 1 0,1-1 0,-1 1 0,0-1 0,0 1 0,0 1 0,-1-1 0,1 0 0,-1 1 0,1 0 0,-1 0 0,-1 0 0,1 0 0,0 0 0,-1 0 0,0 1 0,0-1 0,2 6 0,2 8 0,-1 0 0,0 0 0,-1 1 0,-1-1 0,1 21 0,-4-19 0,-1-1 0,-1 1 0,-1 0 0,0 0 0,-1-1 0,-2 0 0,0 0 0,-1 0 0,0-1 0,-2 0 0,0 0 0,-1-1 0,-1 0 0,-13 15 0,21-28 0,-1 0 0,1-1 0,-1 0 0,0 1 0,0-2 0,0 1 0,-1 0 0,1-1 0,0 0 0,-1 0 0,0 0 0,0 0 0,1-1 0,-1 0 0,-9 1 0,-8 0 0,0 0 0,-29-3 0,27 0 0,3-1 0,-1-1 0,0-1 0,1 0 0,0-2 0,0-1 0,-31-14 0,18 8 0,-42-12 0,56 22 0,1 1 0,-1 0 0,-19 1 0,13 1 0,-36-5 0,55 4 0,0-1 0,0 1 0,0-1 0,1 0 0,-1-1 0,1 0 0,-1 0 0,1 0 0,-10-8 0,-102-78 0,117 89 0,0-1 0,0 0 0,0 0 0,1 0 0,-1 1 0,0-1 0,0 0 0,1 0 0,-1 0 0,0 0 0,1 0 0,-1 0 0,1-1 0,-1 1 0,1 0 0,0 0 0,-1 0 0,1 0 0,0-1 0,0 1 0,0 0 0,0 0 0,0 0 0,0-1 0,0 1 0,0 0 0,0 0 0,1 0 0,-1-1 0,1 1 0,-1 0 0,0 0 0,1 0 0,0 0 0,-1 0 0,1 0 0,0 0 0,-1 0 0,1 0 0,0 0 0,0 0 0,0 1 0,0-1 0,0 0 0,0 1 0,0-1 0,0 0 0,0 1 0,2-1 0,5-4 0,1 0 0,0 1 0,1 0 0,15-4 0,6 1 0,38-4 0,0 1 0,156-24 0,-173 26 0,1 4 0,0 1 0,86 7 0,-137-3 0,1-1 0,0 0 0,0 1 0,0 0 0,-1 0 0,1 0 0,0 0 0,-1 0 0,5 3 0,-6-4 0,-1 1 0,0-1 0,1 0 0,-1 0 0,0 1 0,1-1 0,-1 0 0,0 1 0,0-1 0,1 1 0,-1-1 0,0 0 0,0 1 0,0-1 0,1 1 0,-1-1 0,0 1 0,0-1 0,0 1 0,0-1 0,0 0 0,0 1 0,0-1 0,0 1 0,-1 0 0,1 1 0,-1-1 0,1-1 0,-1 1 0,1 0 0,-1 0 0,0 0 0,1 0 0,-1 0 0,0 0 0,0-1 0,0 1 0,0 0 0,-1 0 0,-23 14 0,0-1 0,0-2 0,-2 0 0,1-2 0,-1-1 0,-1-1 0,-46 7 0,-7-4 0,-114-1 0,176-8 0,1-2 0,-1 0 0,1-1 0,0-1 0,-1-1 0,1-1 0,0 0 0,1-1 0,-33-14 0,-8-2 0,46 18 0,1 0 0,0-1 0,0 0 0,-19-12 0,20 11 0,1 0 0,0 0 0,-1 1 0,0 1 0,0 0 0,0 0 0,-21-3 0,11 4 0,0 1 0,0 1 0,-24 2 0,39-2 0,1 1 0,-1 0 0,0 0 0,1 1 0,-1-1 0,1 1 0,-1 0 0,1 0 0,0 1 0,-1-1 0,1 1 0,1 0 0,-1 0 0,0 0 0,1 0 0,0 1 0,-1 0 0,1-1 0,1 1 0,-1 0 0,-2 5 0,2-3 0,0 1 0,0-1 0,1 1 0,0 0 0,0-1 0,1 1 0,-1 0 0,2 0 0,-1 0 0,1 0 0,0 0 0,0 0 0,3 12 0,-2-9 0,2 0 0,0 0 0,0 0 0,0 0 0,1-1 0,1 1 0,0-1 0,0 0 0,1-1 0,7 10 0,-8-13 0,0 0 0,1 0 0,0 0 0,0-1 0,0 0 0,1 0 0,-1 0 0,1-1 0,0 0 0,0 0 0,0-1 0,1 0 0,-1 0 0,13 1 0,-12-2 0,0 0 0,1 0 0,-1-1 0,0 0 0,0-1 0,1 1 0,-1-1 0,0-1 0,0 0 0,0 0 0,0-1 0,0 0 0,-1 0 0,1 0 0,-1-1 0,0-1 0,0 1 0,0-1 0,0 0 0,-1 0 0,7-8 0,-12 12 0,0 0 0,0 0 0,0 0 0,0-1 0,0 1 0,-1 0 0,1-1 0,0 1 0,0-1 0,-1 1 0,1 0 0,-1-1 0,0 0 0,1 1 0,-1-1 0,0 1 0,0-1 0,0 1 0,0-1 0,0 1 0,0-1 0,0 0 0,-1-1 0,-1-1 0,1 0 0,-1 1 0,1 0 0,-1-1 0,0 1 0,-1 0 0,1 0 0,-1 0 0,-3-4 0,-6-3 0,-1 0 0,0 0 0,-21-11 0,-14-7 0,13 7 0,-61-27 0,66 35 0,13 6 0,0-1 0,-1 2 0,0 0 0,0 1 0,0 1 0,-29-2 0,4 4 0,-63 5 0,87-1 0,0 1 0,0 1 0,1 1 0,-1 0 0,-32 15 0,23-9 0,22-9 0,0 0 0,0 0 0,1 1 0,-1 0 0,1 0 0,-1 0 0,-6 7 0,2-1 0,0 0 0,1 0 0,0 1 0,-13 20 0,20-26 0,0 0 0,-1 1 0,2-1 0,-1 1 0,0-1 0,1 1 0,0-1 0,0 1 0,0 0 0,1 0 0,0-1 0,0 1 0,0 0 0,0 0 0,1-1 0,1 10 0,1-8 0,0 1 0,0-1 0,0-1 0,0 1 0,1 0 0,0-1 0,0 0 0,1 0 0,-1 0 0,1 0 0,0-1 0,1 0 0,-1 0 0,1 0 0,-1-1 0,11 5 0,1 0 0,-1-1 0,1 0 0,0-2 0,1 0 0,18 3 0,-5-4 0,0-2 0,0 0 0,55-6 0,-79 3 0,-1-1 0,1 0 0,0 0 0,-1 0 0,0-1 0,1 0 0,-1 0 0,-1-1 0,1 1 0,0-1 0,-1-1 0,7-5 0,-11 9 0,0 0 0,-1 0 0,1-1 0,0 1 0,0 0 0,0 0 0,-1 0 0,1-1 0,-1 1 0,1 0 0,-1-1 0,1 1 0,-1-1 0,0 1 0,0 0 0,0-1 0,0 1 0,0-1 0,0 1 0,0 0 0,0-1 0,0 1 0,-1-1 0,1 1 0,-1 0 0,1-1 0,-1 1 0,1 0 0,-1-1 0,0 1 0,1 0 0,-1 0 0,0 0 0,0 0 0,-2-2 0,-4-5 0,0 0 0,0 1 0,-15-11 0,19 16 0,-7-7 0,1 0 0,-15-18 0,18 19 0,-1 0 0,1 1 0,-1 0 0,-1 0 0,1 1 0,-10-7 0,5 7 0,-1 0 0,1 0 0,-1 1 0,0 1 0,0 0 0,-1 1 0,1 0 0,-17 0 0,-15 1 0,-52 3 0,27 2 0,60-4 0,0 1 0,0 1 0,0 0 0,0 0 0,0 1 0,0 0 0,0 1 0,0 0 0,1 1 0,0 0 0,-1 0 0,-8 6 0,-14 12 0,21-15 0,0 0 0,1 1 0,-10 9 0,16-14 0,1 1 0,0 0 0,0 0 0,0 0 0,0 0 0,1 0 0,0 1 0,0-1 0,0 1 0,0 0 0,-1 7 0,0 1 0,3-8 0,-1 1 0,-1-1 0,1 1 0,-1-1 0,0 1 0,-5 8 0,6-13 0,0 1 0,0-1 0,-1 1 0,1-1 0,-1 0 0,1 1 0,-1-1 0,0 0 0,1 0 0,-1 0 0,0 0 0,0 0 0,0-1 0,1 1 0,-1-1 0,0 1 0,0-1 0,0 0 0,0 1 0,0-1 0,0 0 0,0 0 0,-4-1 0,-33-4 0,0-1 0,-66-20 0,-27-6 0,113 29 0,1 1 0,-1 1 0,0 1 0,1 0 0,-28 5 0,-239 35 0,171-28 0,-31 6 0,85-10 0,-1-3 0,-119-4 0,77-3 0,85 3 0,1 1 0,-1 1 0,1 1 0,0 0 0,-24 10 0,19-6 0,-1-2 0,-29 6 0,-1-7 0,-61-2 0,65-4 0,-87 12 0,95-5 0,-1-1 0,-59-1 0,79-4 0,0-2 0,-1-1 0,1-1 0,0-1 0,1 0 0,-27-12 0,10 2 0,-11-4 0,-77-41 0,123 58 0,-1-1 0,1 1 0,0-1 0,0 0 0,0 0 0,0 0 0,1 0 0,-1 0 0,1-1 0,-1 1 0,1-1 0,0 1 0,1-1 0,-3-4 0,2 0 0,0 0 0,0 0 0,1 0 0,0 0 0,0 0 0,2-15 0,1 0 0,1 0 0,1 1 0,1-1 0,10-24 0,2 3 0,45-80 0,0 0 0,-57 111 0,1 1 0,0 1 0,1-1 0,0 1 0,1 0 0,1 0 0,9-9 0,-11 13 0,0 1 0,0 1 0,0-1 0,1 1 0,0 0 0,0 1 0,0 0 0,1 0 0,-1 1 0,1 0 0,11-2 0,176-28 0,-169 31 0,0 0 0,0 2 0,0 2 0,0 0 0,36 8 0,-20-2 0,1-1 0,62 1 0,91-10 0,-69 0 0,368-27 0,-480 27 0,192-26 0,-125 14 0,126-5 0,-121 19 0,160 20 0,-4 11 0,-166-15 0,-40-7 0,0-2 0,43 2 0,-70-9 0,0 1 0,-1 1 0,1-1 0,-1 2 0,0-1 0,0 1 0,0 1 0,0 0 0,0 0 0,16 11 0,-21-11 0,0 0 0,0 0 0,-1 0 0,1 1 0,-1 0 0,0 0 0,0 0 0,0 0 0,-1 1 0,1-1 0,-1 1 0,-1 0 0,1 0 0,-1 0 0,0 0 0,-1 0 0,1 1 0,-1-1 0,0 8 0,-1 15 0,-1 0 0,-1 0 0,-2 0 0,-9 37 0,1-6 0,3-28 0,7-28 0,0 1 0,1-1 0,-1 1 0,1-1 0,0 1 0,1-1 0,-1 1 0,1 0 0,0 6 0,0-11 0,0 0 0,0 0 0,0 0 0,0 0 0,0 0 0,0 0 0,0 0 0,1 1 0,-1-1 0,0 0 0,0 0 0,0 0 0,0 0 0,0 0 0,0 0 0,0 0 0,0 0 0,1 0 0,-1 0 0,0 0 0,0 1 0,0-1 0,0 0 0,0 0 0,0 0 0,1 0 0,-1 0 0,0 0 0,0 0 0,0 0 0,0 0 0,0 0 0,1 0 0,-1 0 0,0 0 0,0-1 0,0 1 0,0 0 0,0 0 0,0 0 0,0 0 0,1 0 0,-1 0 0,0 0 0,0 0 0,0 0 0,0 0 0,0 0 0,0-1 0,0 1 0,0 0 0,0 0 0,1 0 0,-1 0 0,0 0 0,0 0 0,0 0 0,0-1 0,0 1 0,0 0 0,0 0 0,0 0 0,0 0 0,0 0 0,0-1 0,7-10 0,0-12 0,0 0 0,6-40 0,4-16 0,45-178 0,-48 194 0,-13 57 0,4-19 0,1-1 0,2 1 0,14-33 0,-22 57 0,0 0 0,0 1 0,1-1 0,-1 1 0,0-1 0,1 0 0,-1 1 0,0-1 0,1 1 0,-1-1 0,1 1 0,-1-1 0,1 1 0,-1 0 0,1-1 0,-1 1 0,1-1 0,-1 1 0,1 0 0,-1 0 0,1-1 0,1 1 0,5 9 0,-1 23 0,-1 39 0,-9 133 0,-10-113 0,8-56 0,-3 38 0,10 108 0,-3 42 0,2-219 0,-1 0 0,1 0 0,-1 0 0,0 0 0,0 0 0,0 0 0,0 0 0,-1 0 0,1 0 0,-1 0 0,0-1 0,0 1 0,-1-1 0,1 0 0,-1 1 0,0-1 0,0 0 0,-4 4 0,1-4 0,0 0 0,1-1 0,-1 1 0,0-1 0,0 0 0,0-1 0,0 1 0,-1-1 0,1 0 0,0-1 0,-10 0 0,-226-5 0,237 5 31,0-1 0,0 1 0,0-1 0,0-1 0,0 1 0,0 0 0,0-1 0,1 0 1,-1 0-1,-8-6 0,10 5-145,1 1 0,-1-1 0,0 0 0,1 0 1,0 0-1,0 0 0,0 0 0,0 0 1,0 0-1,1-1 0,-1 1 0,1-1 1,0 1-1,-1-8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39:12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0 184 24575,'6'5'0,"0"0"0,0-1 0,1 1 0,-1-1 0,1-1 0,0 1 0,13 4 0,56 12 0,-59-16 0,38 8 0,1-3 0,88 2 0,116-12 0,-95-2 0,-135 3 0,46-1 0,0 4 0,85 13 0,-99-8 0,1-3 0,93-5 0,-74-1 0,-55-1 0,-1-1 0,1-2 0,-1 0 0,36-13 0,41-8 0,-67 19 0,14-2 0,100-7 0,436 17 0,-540 2 0,87 15 0,-91-11 0,-3 1 0,39 14 0,-52-14 0,0-1 0,1-1 0,-1-1 0,39 3 0,536-8 0,-266-2 0,-327 2 0,0 1 0,0 0 0,0 0 0,0 1 0,0 0 0,0 1 0,0-1 0,-1 1 0,1 1 0,-1-1 0,7 6 0,-3-4 0,1 0 0,-1 0 0,1-1 0,0-1 0,0 0 0,0-1 0,13 1 0,87 0 0,-96-4 0,-13 1 0,1 0 0,0 0 0,-1 0 0,1 1 0,0-1 0,-1 1 0,1 0 0,0 0 0,-1 0 0,1 0 0,-1 1 0,0 0 0,1-1 0,-1 1 0,0 0 0,0 0 0,0 1 0,0-1 0,-1 1 0,1-1 0,-1 1 0,1 0 0,-1 0 0,0 0 0,0 0 0,0 1 0,-1-1 0,1 0 0,-1 1 0,0-1 0,1 1 0,-2-1 0,1 1 0,0 0 0,-1-1 0,0 1 0,1 0 0,-2-1 0,1 1 0,0 0 0,-1 0 0,0 3 0,0-2 0,0 0 0,0-1 0,-1 1 0,1 0 0,-1-1 0,0 0 0,0 1 0,0-1 0,-1 0 0,1 0 0,-1 0 0,0 0 0,0-1 0,-1 1 0,1-1 0,-1 0 0,1 0 0,-9 5 0,2-3 0,0-1 0,0 0 0,0-1 0,0 0 0,-1 0 0,1-1 0,-15 0 0,-30 5 0,30-2 0,-1-2 0,1-1 0,-1 0 0,0-2 0,1-2 0,-48-7 0,23-5 0,1-3 0,-65-32 0,99 44 0,0 0 0,-28-6 0,33 10 0,0-1 0,-1-1 0,1 0 0,0 0 0,0-1 0,1 0 0,-1-1 0,-12-9 0,2 1 0,0 0 0,-1 1 0,-36-15 0,29 14 0,-38-23 0,50 27 0,1 1 0,-2 0 0,1 1 0,-1 1 0,1 0 0,-2 1 0,1 1 0,-33-3 0,21 5 0,0 1 0,0 1 0,-1 2 0,-45 9 0,22-3 0,-64 0 0,36-3 0,-6 10 0,60-10 0,-41 4 0,68-9 0,-42 1 0,-1 2 0,1 2 0,0 2 0,-41 12 0,-284 87 0,311-96 0,42-9 0,0 1 0,0 1 0,0 0 0,1 1 0,-21 9 0,21-7 0,-1-1 0,0 0 0,-1 0 0,1-2 0,-26 4 0,-73-2 0,-3 0 0,14 8 0,-384 29 0,459-39 0,-1 0 0,1 2 0,0 1 0,1 1 0,-1 2 0,-29 13 0,16-7 0,19-9 0,0-1 0,0-1 0,-1-1 0,1 0 0,-40-2 0,34-1 0,0 1 0,0 1 0,-28 7 0,24-4 0,-52 4 0,36-5 0,37-1 0,-1 0 0,1 1 0,0 0 0,0 1 0,1 0 0,-1 0 0,1 1 0,0 0 0,-9 8 0,17-13 0,-1 1 0,1-1 0,0 1 0,-1-1 0,1 1 0,0-1 0,0 1 0,0 0 0,0-1 0,0 1 0,0 0 0,0 0 0,1 0 0,-1-1 0,1 1 0,-1 0 0,1 0 0,0 0 0,0 0 0,0 0 0,0 0 0,0 0 0,0 0 0,1 0 0,-1 0 0,0 0 0,1 0 0,0 0 0,-1-1 0,1 1 0,0 0 0,0 0 0,0-1 0,0 1 0,0 0 0,1-1 0,-1 1 0,0-1 0,2 2 0,2 2 0,0 0 0,1 0 0,0 0 0,-1-1 0,2 0 0,-1 0 0,0 0 0,1-1 0,9 4 0,9-2 0,1 0 0,-1-2 0,1-1 0,0-1 0,0-1 0,31-4 0,20 0 0,-44 4 0,46-1 0,130-16 0,-126 7 0,-1 5 0,114 6 0,-67 1 0,-80-1 0,66-4 0,-100 2 0,-1-1 0,0-1 0,1 0 0,-1-1 0,25-11 0,-9 4 0,0 1 0,0 2 0,55-9 0,-53 11 0,151-23 0,-99 17 0,26-6 0,-70 12 0,0 1 0,1 2 0,81 5 0,38-1 0,-74-16 0,-60 10 0,41-4 0,369 6 0,-225 5 0,398-2 0,-597 0 0,1 1 0,-1 0 0,0 1 0,0 0 0,0 1 0,-1 0 0,1 1 0,-1 0 0,22 12 0,24 6 0,-57-21 0,1-1 0,-1 1 0,0-1 0,0 1 0,1-1 0,-1 1 0,0 0 0,0-1 0,0 1 0,0 0 0,0-1 0,0 1 0,0-1 0,0 1 0,0 0 0,0-1 0,0 1 0,0-1 0,0 1 0,-1 0 0,1-1 0,0 1 0,0-1 0,-1 1 0,1 0 0,-9 20 0,7-18 0,0 1 0,0-1 0,0 1 0,0-1 0,-1 1 0,1-1 0,-1 0 0,0 0 0,0 0 0,0-1 0,0 1 0,-1 0 0,1-1 0,-1 0 0,0 0 0,1 0 0,-1-1 0,0 1 0,0-1 0,0 0 0,0 0 0,0 0 0,0 0 0,-1-1 0,1 0 0,0 0 0,0 0 0,0 0 0,0-1 0,-6 0 0,-12-4 0,0 0 0,0-1 0,1-1 0,-23-11 0,29 12 0,-29-12 0,23 7 0,-2 2 0,1 1 0,-1 1 0,0 0 0,-44-5 0,-46 12 0,77 1 0,-66-5 0,84 1 0,1-2 0,-1 0 0,-23-10 0,24 8 0,1 1 0,-1 0 0,-32-5 0,-2 7 0,0 2 0,-81 7 0,42 10 0,60-9 0,-45 4 0,-40-9 0,69-2 0,1 2 0,-69 10 0,59-2 0,1-3 0,-86-2 0,113-2 0,0 0 0,-35 8 0,-21 2 0,-43 4 0,69-7 0,-75 1 0,131-10 0,-60-1 0,0 4 0,-81 12 0,73 0 0,30-6 0,-1-1 0,-50 2 0,84-10 0,-74 3 0,-88-7 0,164 3 0,1 0 0,-1 0 0,0-1 0,1 1 0,-1-1 0,1 0 0,-1 0 0,1 0 0,0 0 0,0 0 0,0-1 0,0 0 0,0 1 0,1-1 0,-1 0 0,1 0 0,0-1 0,0 1 0,0 0 0,0-1 0,0 1 0,-1-5 0,-4-12 0,0 0 0,-7-38 0,11 48 0,-5-29 0,2 0 0,1 0 0,1-54 0,5 72 0,0 0 0,1 1 0,1-1 0,1 1 0,1 0 0,0 0 0,2 0 0,10-22 0,-10 30 0,1 0 0,0 0 0,1 1 0,0 0 0,1 1 0,0 0 0,17-13 0,6-2 0,47-26 0,-56 38 0,1 1 0,0 2 0,0 0 0,1 1 0,0 2 0,31-5 0,-9 5 0,1 2 0,75 2 0,-116 3 0,0 1 0,1 0 0,-1 0 0,0 0 0,0 1 0,0 1 0,0-1 0,0 1 0,0 1 0,-1-1 0,1 1 0,-1 1 0,0-1 0,0 1 0,-1 0 0,1 1 0,-1 0 0,0 0 0,-1 0 0,0 0 0,0 1 0,5 8 0,6 13 0,-2 0 0,-1 2 0,-1-1 0,-1 1 0,-2 1 0,-1 0 0,-2 0 0,-1 1 0,3 59 0,-9-84 0,1 0 0,1 0 0,-1 0 0,1 0 0,0 0 0,1 0 0,0 0 0,0 0 0,0 0 0,1 0 0,0-1 0,0 0 0,1 1 0,0-1 0,0 0 0,0-1 0,1 1 0,-1-1 0,2 0 0,-1 0 0,0 0 0,1-1 0,0 0 0,0 0 0,0 0 0,0-1 0,1 0 0,-1 0 0,1-1 0,0 0 0,8 2 0,29 3 0,-1-1 0,82-2 0,7 2 0,-65 0 0,182 23 0,-39-4 0,-141-15 0,-40-7 0,-1 1 0,0 1 0,0 2 0,46 17 0,-68-21 0,0-1 0,0 1 0,0 1 0,0-1 0,0 1 0,-1 0 0,1 0 0,-1 0 0,0 1 0,-1 0 0,1 0 0,-1 0 0,0 0 0,0 1 0,-1 0 0,1 0 0,-1 0 0,-1 0 0,1 0 0,-1 0 0,0 1 0,0-1 0,-1 1 0,0 0 0,1 7 0,0 37 0,-1-51 0,-1 0 0,0 0 0,0 0 0,0 0 0,0 0 0,1 0 0,-1-1 0,0 1 0,0 0 0,0 0 0,0 0 0,1 0 0,-1 0 0,0 0 0,0 0 0,0 0 0,1 0 0,-1 0 0,0 0 0,0 0 0,0 0 0,1 0 0,-1 0 0,0 0 0,0 0 0,0 0 0,1 0 0,-1 0 0,0 0 0,0 0 0,0 0 0,0 0 0,1 0 0,-1 1 0,0-1 0,0 0 0,0 0 0,0 0 0,1 0 0,-1 0 0,0 1 0,0-1 0,0 0 0,0 0 0,0 0 0,0 0 0,0 1 0,1-1 0,6-20 0,-6 13 0,1 1 0,0 0 0,0 0 0,1 0 0,-1 0 0,1 1 0,1-1 0,-1 1 0,1 0 0,0-1 0,0 2 0,1-1 0,-1 0 0,1 1 0,0 0 0,0 0 0,0 1 0,1-1 0,0 1 0,-1 0 0,1 0 0,0 1 0,0 0 0,0 0 0,11-2 0,46-8 0,1 3 0,79-3 0,130 12 0,18-1 0,-166-13 0,12-1 0,-125 14 0,-2 1 0,1-1 0,-1 2 0,0-1 0,1 1 0,13 4 0,-23-5 0,-1 0 0,1 0 0,-1 0 0,1 0 0,-1 0 0,1 0 0,0 0 0,-1 0 0,1 0 0,-1 0 0,1 0 0,-1 1 0,1-1 0,-1 0 0,1 0 0,-1 1 0,1-1 0,-1 0 0,0 1 0,1-1 0,-1 1 0,1-1 0,-1 0 0,0 1 0,0-1 0,1 1 0,-1-1 0,0 1 0,1-1 0,-1 1 0,0-1 0,0 1 0,0-1 0,0 1 0,0-1 0,0 1 0,1-1 0,-1 1 0,0 0 0,-1-1 0,1 1 0,0-1 0,0 1 0,0-1 0,0 1 0,0-1 0,0 1 0,-1-1 0,1 1 0,0-1 0,0 1 0,-1-1 0,1 1 0,0-1 0,-1 0 0,1 1 0,-1 0 0,-2 1 0,0 1 0,0-1 0,0 0 0,0 0 0,0 0 0,0 0 0,-6 1 0,-6 2 0,-1 0 0,1-2 0,-1 0 0,0-1 0,0 0 0,0-2 0,0 0 0,-29-3 0,7-3 0,0-2 0,-56-18 0,-72-13 0,151 36 0,-43-4 0,-1 2 0,-116 5 0,68 2 0,18-3 0,36-1 0,0 2 0,-107 15 0,141-11 0,-5 0 0,1 1 0,0 2 0,-42 16 0,47-16 0,0 0 0,-1-1 0,0-1 0,0 0 0,-1-2 0,-26 2 0,-120-5 0,75-3 0,-66 4 0,-199 27 0,217-7 0,-135 16 0,-108-30 0,221-9 0,-326 2 0,481 0 0,-7 0 0,0 0 0,0-1 0,-20-4 0,30 4 0,0 1 0,0-1 0,1 0 0,-1 0 0,0 0 0,0-1 0,1 1 0,-1 0 0,1-1 0,-1 0 0,1 0 0,0 0 0,0 0 0,0 0 0,0 0 0,0 0 0,0-1 0,0 1 0,1-1 0,-1 1 0,-1-5 0,0-4 0,0-2 0,0 1 0,1 0 0,1-1 0,0 1 0,1-1 0,0 1 0,3-19 0,-1 11 0,2 1 0,1-1 0,0 1 0,13-31 0,-13 40 0,0 1 0,0-1 0,1 1 0,0 0 0,1 1 0,0-1 0,0 1 0,1 1 0,0-1 0,17-11 0,-10 10 0,-1 1 0,2 0 0,-1 1 0,1 1 0,0 0 0,21-4 0,13 1 0,0 2 0,0 3 0,82 2 0,-94 3 0,122-3 0,-133 0 0,-1-2 0,1 0 0,51-16 0,145-43 0,2 0 0,-198 56 0,0 0 0,48-4 0,-48 8 0,-1-1 0,0-2 0,27-8 0,8-5 0,97-16 0,-138 31 0,-13 2 342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2:54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 24537,'4540'0'0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2:59.2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6055 547 24575,'-5'-2'0,"0"1"0,-1-1 0,1 0 0,0-1 0,0 1 0,0-1 0,-6-5 0,0 2 0,-15-7 0,0 2 0,-47-15 0,-30-12 0,51 16 0,-2 2 0,0 2 0,-2 2 0,1 3 0,-90-9 0,-288 7 0,233 0 0,17-1 0,-181 17 0,339 0 0,0 2 0,-35 7 0,-31 4 0,-399-8 0,271-9 0,149 4 0,31 1 0,-1-2 0,1-2 0,-70-11 0,-11-7 0,84 15 0,1 0 0,-67-21 0,23 0 0,0 4 0,-124-18 0,-157-28 0,132 23 0,163 31 0,37 8 0,0 0 0,-52-3 0,-234 9 0,157 1 0,101 2 0,1 2 0,-96 21 0,-178 69 0,199-53 0,115-37 0,-20 5 0,0 2 0,1 1 0,-56 30 0,81-38 0,1 1 0,-1 0 0,1 0 0,1 0 0,-1 1 0,1 0 0,0 1 0,1 0 0,0 0 0,0 0 0,1 1 0,-1 0 0,2 0 0,0 0 0,0 0 0,0 1 0,1-1 0,-2 15 0,3-10 0,0 1 0,1-1 0,1 29 0,1-36 0,0 0 0,0 0 0,1 0 0,-1 0 0,2 0 0,-1-1 0,1 1 0,0-1 0,0 0 0,5 8 0,74 100 0,-76-107-273,-1 1 0,0 0 0,0 1 0,4 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05.3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0 258 24549,'4143'0'0,"-4657"-257"0,1028 514 0,-1028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08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2639 32 24575,'-1526'0'0,"1317"-16"0,2 1 0,-490 16-1365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13.7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93 24575,'116'1'0,"128"-3"0,-86-18 0,-117 13 0,119-24 0,-103 18 0,-36 8 0,1 0 0,22-1 0,378 2 0,-226 6 0,673-2 0,-863 0 0,14 0 0,0 0 0,0 2 0,21 4 0,-37-6 0,0 1 0,0 0 0,0 0 0,0 0 0,0 1 0,0-1 0,-1 1 0,1 0 0,-1 0 0,1 1 0,-1-1 0,0 0 0,0 1 0,0 0 0,0 0 0,0 0 0,0 0 0,-1 0 0,0 1 0,0-1 0,4 7 0,-6-6 0,1 0 0,-1-1 0,0 1 0,0 0 0,0 0 0,-1-1 0,1 1 0,-1 0 0,0-1 0,0 1 0,0 0 0,0-1 0,-1 1 0,1-1 0,-1 0 0,0 0 0,0 1 0,0-1 0,0 0 0,-5 4 0,-5 7 0,-1-1 0,-25 22 0,-66 42 0,-219 123 0,304-189-114,-2-1 1,0 0-1,0-2 0,-1-1 0,1 0 1,-1-2-1,-1 0 0,1-1 0,-1-2 1,0 0-1,-36-3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21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752 852 24575,'0'-1'0,"1"1"0,-1-1 0,0 0 0,1 1 0,-1-1 0,1 0 0,-1 1 0,1-1 0,-1 0 0,1 1 0,-1-1 0,1 1 0,-1-1 0,1 1 0,0 0 0,-1-1 0,1 1 0,0 0 0,-1-1 0,1 1 0,0 0 0,0 0 0,1-1 0,21-4 0,-19 4 0,60-8 0,0 3 0,0 3 0,77 6 0,-23 0 0,70-5 0,187 5 0,-188 18 0,-144-15 0,34 9 0,17 1 0,-91-15 0,1-1 0,-1 0 0,1 1 0,-1 0 0,0 0 0,1 0 0,-1 0 0,0 1 0,0-1 0,0 1 0,4 2 0,-6-3 0,-1-1 0,1 1 0,-1-1 0,1 1 0,-1-1 0,1 1 0,-1 0 0,0-1 0,1 1 0,-1 0 0,0-1 0,1 1 0,-1 0 0,0-1 0,0 1 0,0 0 0,0 0 0,0-1 0,0 1 0,0 0 0,0 1 0,0 0 0,-1-1 0,1 1 0,-1 0 0,0-1 0,0 1 0,0-1 0,0 1 0,0-1 0,0 1 0,0-1 0,0 0 0,-3 3 0,-40 34 0,-83 53 0,75-56 0,35-23 0,0-1 0,0-1 0,-2 0 0,1-2 0,-1 0 0,0-1 0,-1 0 0,1-2 0,-1 0 0,-1-2 0,-39 3 0,-213-8 0,112-1 0,144 2 0,1-1 0,0 0 0,-1-1 0,1 0 0,0-2 0,0 0 0,1 0 0,-1-2 0,-19-11 0,-10-9 0,-65-53 0,95 70 0,6 3 0,0 1 0,-1 1 0,0 0 0,-1 0 0,1 1 0,-21-6 0,-69-9 0,71 15 0,-47-4 0,-1 3 0,-101 7 0,51 0 0,-81-2 0,317-5 0,195-36 0,-182 20 0,129-4 0,254 24 0,-232 3 0,1080-2 0,-1278 4 0,0 3 0,0 4 0,76 21 0,-144-31 0,0 2 0,-9-1 0,-23 0 0,-38-1 0,-10-3 0,-127 3 0,194-1 0,-1 1 0,0 0 0,1 0 0,-1 0 0,1 1 0,-1 0 0,1 0 0,0 0 0,-1 1 0,1 0 0,1 0 0,-1 1 0,0 0 0,1 0 0,0 0 0,-9 9 0,14-13 0,-1 1 0,1 0 0,-1-1 0,1 1 0,0 0 0,-1-1 0,1 1 0,0 0 0,-1-1 0,1 1 0,0 0 0,0-1 0,0 1 0,0 0 0,-1 0 0,1-1 0,0 1 0,0 0 0,0 0 0,1-1 0,-1 1 0,0 0 0,0 0 0,0-1 0,0 1 0,1 0 0,-1-1 0,0 1 0,1 1 0,1-1 0,-1 0 0,0 0 0,1 0 0,-1 0 0,1 0 0,-1 0 0,1 0 0,0 0 0,-1 0 0,1-1 0,3 2 0,7 0 0,0 0 0,23 1 0,-31-3 0,319-3 0,-117-26 0,-141 17 0,117-7 0,14-1 0,-120 10 0,66-17 0,-77 13 0,-40 8 0,0 1 0,0 1 0,27-1 0,149-10 0,29 0 0,-199 14 0,37 0 0,-64 2 0,0-1 0,0 1 0,0-1 0,0 1 0,0 0 0,0 1 0,0-1 0,-1 1 0,1-1 0,0 1 0,-1 0 0,7 5 0,-9-6 0,1 1 0,-1-1 0,1 1 0,-1-1 0,0 1 0,0 0 0,0-1 0,0 1 0,0 0 0,0 0 0,-1 0 0,1 0 0,-1 0 0,1 0 0,-1-1 0,1 1 0,-1 0 0,0 0 0,0 0 0,0 4 0,-1-2 0,0-1 0,0 1 0,-1 0 0,1-1 0,-1 1 0,0-1 0,1 1 0,-2-1 0,1 0 0,-3 3 0,-6 7 0,-1-1 0,0 0 0,-25 16 0,35-26 0,-18 12 0,-6 6 0,-36 20 0,53-35 0,-1 0 0,-1 0 0,1-1 0,0-1 0,-1 0 0,0 0 0,-17 2 0,-19 1 0,-57 16 0,63-12 0,1-1 0,-57 3 0,65-10 0,0-2 0,1-1 0,-1-1 0,0-2 0,1-1 0,0-2 0,-45-15 0,-118-40 0,168 55 0,0 1 0,0 1 0,-52-2 0,-85 9 0,61 0 0,29-3 0,-68 2 0,118 1 0,0 1 0,0 0 0,-44 14 0,-145 34 0,79-23 0,82-19 0,-1-2 0,-1-2 0,1-3 0,-61-5 0,26 1 0,75 2 0,-1-1 0,1 0 0,0 0 0,-1-2 0,1 0 0,0 0 0,1-1 0,-1 0 0,1-1 0,-1 0 0,2-1 0,-20-13 0,23 13 0,0 0 0,0-1 0,0 0 0,1 0 0,0 0 0,0-1 0,1 0 0,0 0 0,0 0 0,1-1 0,0 1 0,1-1 0,0 0 0,0 0 0,1-1 0,0 1 0,-1-11 0,-1-69 0,6-91 0,1 49 0,-2 96 0,0 18 0,0-1 0,-4-30 0,2 43 0,0 1 0,0 0 0,0-1 0,0 1 0,-1 0 0,1-1 0,-1 1 0,0 0 0,-1 0 0,1 1 0,-1-1 0,1 0 0,-1 1 0,0-1 0,-6-4 0,-51-28 0,11 7 0,22 10 0,-217-143 0,215 145 0,-1 2 0,0 1 0,-1 1 0,-1 1 0,0 2 0,-61-11 0,28 15 0,0 3 0,-76 5 0,42 0 0,-94-3 0,-163 4 0,297 3 0,-71 18 0,-36 3 0,132-26 0,27-2 0,1 1 0,0 0 0,-1 0 0,1 0 0,-1 1 0,1 0 0,0 0 0,0 1 0,-10 3 0,16-5 0,-1 0 0,1 1 0,-1-1 0,1 0 0,-1 0 0,1 1 0,0-1 0,-1 0 0,1 1 0,0-1 0,-1 1 0,1-1 0,0 0 0,0 1 0,-1-1 0,1 1 0,0-1 0,0 1 0,0-1 0,-1 1 0,1-1 0,0 1 0,0-1 0,0 0 0,0 1 0,0-1 0,0 1 0,0-1 0,0 1 0,0-1 0,0 1 0,0-1 0,1 1 0,-1-1 0,0 1 0,0-1 0,0 1 0,1-1 0,-1 1 0,0-1 0,0 0 0,1 1 0,-1-1 0,0 1 0,1-1 0,-1 0 0,1 1 0,-1-1 0,1 0 0,22 15 0,2-5 0,0-1 0,0-1 0,0-1 0,1-1 0,0-2 0,34 2 0,164-4 0,-130-5 0,261 4 0,143-3 0,-220-25 0,-33 1 0,671 15 0,-592 14 0,-304-3 0,-12-1 0,-1 1 0,1 0 0,-1 1 0,1-1 0,-1 2 0,11 2 0,-17-4 0,-1 0 0,0 0 0,0 0 0,0 0 0,1 0 0,-1 0 0,0 0 0,0 0 0,0 0 0,0 0 0,1 0 0,-1 1 0,0-1 0,0 0 0,0 0 0,0 0 0,1 0 0,-1 0 0,0 1 0,0-1 0,0 0 0,0 0 0,0 0 0,0 0 0,0 1 0,0-1 0,0 0 0,1 0 0,-1 0 0,0 1 0,0-1 0,0 0 0,0 0 0,0 0 0,0 1 0,0-1 0,0 0 0,0 0 0,-1 0 0,1 0 0,0 1 0,0-1 0,0 0 0,0 0 0,0 0 0,0 1 0,0-1 0,-11 10 0,-15 3 0,-14 0 0,-1-2 0,0-1 0,0-3 0,-47 3 0,-6-5 0,0-5 0,-186-23 0,225 15 0,0-2 0,-68-23 0,100 27 0,0 1 0,-1 0 0,1 2 0,-26 0 0,-98 4 0,57 2 0,12-1 0,37 0 0,-1-1 0,1-2 0,-52-9 0,86 9-85,1-1 0,0 1-1,0-1 1,0 0 0,0-1-1,0 0 1,0 0 0,1 0-1,-1 0 1,1-1 0,0 0-1,0 0 1,0-1 0,1 1-1,-8-10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3:34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3849 152 24575,'-74'4'0,"-133"23"0,135-14 0,-138 5 0,195-18 0,-107 1 0,-165-22 0,224 15 0,-81 2 0,86 4 0,-106-14 0,-24-10 0,80 11 0,-49 0 0,-23-4 0,83 8 0,-192 5 0,150 6 0,88-1 0,15 0 0,-1-1 0,0-1 0,1-2 0,0-2 0,-65-17 0,68 13 0,0 1 0,0 1 0,-1 2 0,-41-1 0,-141 6 0,100 3 0,43-4 0,-109-16 0,37 4-1365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5:17.1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5457 275 24575,'-98'0'0,"-189"3"0,196 1 0,-101 20 0,-491 103 0,603-114 0,0-4 0,0-4 0,-155-9 0,219 2 0,-1 0 0,1-1 0,0-1 0,1-1 0,-1 0 0,-21-11 0,-84-54 0,51 28 0,54 34 0,0 1 0,-1 1 0,-23-7 0,20 7 0,-34-14 0,39 14 0,1 0 0,-2 1 0,1 1 0,0 0 0,-30-2 0,-79 2 0,86 4 0,-122 0 0,-174-5 0,226-1 0,-116-22 0,209 26 0,-673-102 0,654 101 0,-140-18 0,169 20 0,-81-15 0,-170-9 0,185 28 0,1 2 0,-1 4 0,-97 26 0,125-27 0,24-5 0,1 1 0,1 1 0,-30 11 0,15-3-227,0-1-1,-1-2 1,0-1-1,0-2 1,-57 6-1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5:31.3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4233 243 24494,'-4232'-243'0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5:35.1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24320,'1119'0'0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5:47.2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5249 679 24575,'-75'0'0,"-161"4"0,190-1 0,-1 3 0,1 2 0,-50 15 0,83-19 0,-362 98 0,343-96 0,-289 73 0,291-69 0,0-2 0,-1-2 0,0 0 0,0-2 0,0-1 0,-1-2 0,1-1 0,-1-1 0,-52-10 0,34 3 0,-64-2 0,50 6 0,-21-9 0,55 7 0,-41-2 0,-101-7 0,-44-2 0,181 15 0,0-3 0,0 0 0,1-3 0,-53-17 0,47 12 0,0 3 0,-71-11 0,43 16 0,-1 4 0,-71 7 0,129-4 0,-1 1 0,0 0 0,1 1 0,0 0 0,0 1 0,0 0 0,0 1 0,-16 12 0,-18 8 0,21-12 0,1 1 0,-23 20 0,22-17 0,-40 25 0,12-16 0,-1-2 0,-1-2 0,-75 20 0,32-25 0,78-16 0,0 1 0,1 1 0,-1 0 0,1 1 0,-1 1 0,2 1 0,-23 11 0,32-13 0,0 0 0,0-1 0,0 0 0,-1 0 0,0-1 0,0-1 0,0 1 0,-15 1 0,20-4 0,1 1 0,-1-2 0,0 1 0,1 0 0,-1-1 0,1 1 0,-1-1 0,1 0 0,-1 0 0,1-1 0,0 1 0,-1-1 0,1 1 0,0-1 0,0 0 0,0 0 0,0 0 0,1-1 0,-1 1 0,0-1 0,1 0 0,0 1 0,0-1 0,-4-6 0,0-2 0,-1 0 0,0 0 0,-1 1 0,0 0 0,-10-9 0,13 15 0,0 0 0,0 1 0,0-1 0,-1 1 0,1 0 0,-1 1 0,0-1 0,0 1 0,0 1 0,0-1 0,0 1 0,-9-1 0,1 0 0,1 0 0,0-1 0,0 0 0,0-1 0,0-1 0,0 0 0,-14-8 0,-116-54 0,91 42 0,-39-23 0,70 37 0,0 0 0,-29-9 0,-29-16 0,-43-29 0,118 64 0,1 0 0,0-1 0,0 0 0,0 1 0,0-1 0,1 0 0,-1 0 0,0-1 0,1 1 0,-1-1 0,1 1 0,0-1 0,0 0 0,0 1 0,0-1 0,-1-4 0,2 3 0,0 0 0,0 0 0,1 0 0,-1 0 0,1 0 0,0-1 0,0 1 0,1 0 0,-1 0 0,1 0 0,0 0 0,0 0 0,3-6 0,25-59 0,-18 46 0,12-38 0,-21 53 0,0 0 0,0-1 0,-1 1 0,0-1 0,-1 1 0,0-1 0,0 0 0,-2-13 0,-2 4 0,-1 1 0,0-1 0,-2 1 0,1 1 0,-2-1 0,-1 1 0,0 0 0,-13-16 0,-6-5 0,-67-65 0,92 98 0,0 1 0,0 0 0,0-1 0,0 0 0,1 1 0,0-1 0,-1 0 0,1 0 0,-2-7 0,4 11 0,0-1 0,0 0 0,0 0 0,0 1 0,-1-1 0,1 0 0,0 1 0,0-1 0,1 0 0,-1 0 0,0 1 0,0-1 0,0 0 0,0 0 0,1 1 0,-1-1 0,0 0 0,1 1 0,-1-1 0,0 1 0,1-1 0,-1 0 0,1 0 0,1 0 0,-1 0 0,1 0 0,-1 1 0,1-1 0,-1 1 0,1-1 0,-1 1 0,1-1 0,0 1 0,-1 0 0,1 0 0,0 0 0,-1 0 0,1 0 0,2 0 0,7 2 0,0 1 0,0-1 0,0 2 0,0 0 0,0 0 0,-1 0 0,11 8 0,7 2 0,110 57 0,-78-38 0,83 33 0,-93-49 182,-31-12-403,-1 1 0,-1 1 0,1 0 0,-1 1 0,0 1 0,15 12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5:50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1 394 24575,'14'6'0,"1"0"0,0-1 0,0-1 0,1-1 0,-1 0 0,26 2 0,100-5 0,-81-1 0,-8-2 0,86-17 0,-84 12 0,11-5 0,-36 7 0,53-5 0,-35 8 0,0-3 0,0-1 0,-1-2 0,77-27 0,95-25 0,-173 47 0,87-12 0,-75 16 0,-3 3 0,-38 5 0,-1 0 0,1 0 0,-1-1 0,0-1 0,0-1 0,22-10 0,-23 9 0,0 1 0,1 0 0,0 1 0,0 0 0,24-2 0,-26 5 0,0-1 0,0-1 0,0 0 0,0-1 0,0 0 0,-1 0 0,19-12 0,-19 9 0,0 0 0,0 0 0,0 1 0,1 0 0,0 1 0,0 1 0,0 0 0,1 0 0,0 2 0,-1 0 0,1 0 0,18 1 0,421 4 0,-422-5 0,0-1 0,34-7 0,-32 3 0,51-2 0,158 10 0,-237-1 0,1 1 0,-1-1 0,0 1 0,0 1 0,0-1 0,0 1 0,0-1 0,0 1 0,0 1 0,-1-1 0,1 1 0,7 6 0,-9-7 0,0 0 0,0 1 0,-1-1 0,1 1 0,-1 0 0,0 0 0,0 0 0,0 0 0,0 0 0,0 0 0,-1 0 0,1 1 0,-1-1 0,0 1 0,0-1 0,0 1 0,0-1 0,-1 1 0,1 6 0,-2-8-76,1 0 1,0 1-1,-1-1 0,1 0 0,-1 0 0,0 0 0,0 1 0,0-1 1,0 0-1,0 0 0,0 0 0,-1-1 0,1 1 0,0 0 1,-1 0-1,0-1 0,-2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46:00.4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6078 764 24575,'-53'1'0,"28"0"0,-1-1 0,0 0 0,1-2 0,-51-11 0,-99-25 0,149 33 0,-40-2 0,39 5 0,-35-8 0,1 1 0,-1 1 0,1 4 0,-110 6 0,52 0 0,-388-2 0,460-2 0,-62-11 0,61 6 0,-58-2 0,31 9 0,4 1 0,-98-12 0,137 6 0,-125-17 0,-164-1 0,60 8 0,24 1 0,-238-36 0,326 29 0,-143-5 0,163 17 0,-180-34 0,-136-74 0,239 60 0,62 22 0,-76-23 0,185 47 0,-255-73 0,130 49 0,137 29-1365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1:53.5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4901 258 24563,'-4900'0'0,"5414"257"0,-1028-514 0,1028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1:58.3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24575,'4390'0'0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05.3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4720 123 24575,'-1'-1'0,"1"0"0,0 0 0,0 0 0,-1 0 0,1 0 0,0 0 0,-1 1 0,1-1 0,-1 0 0,1 0 0,-1 0 0,1 1 0,-1-1 0,0 0 0,1 1 0,-1-1 0,0 0 0,1 1 0,-1-1 0,0 1 0,0-1 0,0 1 0,0 0 0,1-1 0,-1 1 0,-1-1 0,-29-6 0,20 5 0,-10-4 0,-36-17 0,42 16 0,0 1 0,-1 1 0,0 0 0,-27-5 0,-18 6 0,-93 4 0,102 2 0,-1-1 0,-94-13 0,60 1 0,0 4 0,-126 5 0,114 3 0,45 2 0,-1 3 0,-70 16 0,-53 5 0,117-23 0,-73 8 0,130-11 0,-42 5 0,0 3 0,0 1 0,-58 22 0,65-19 0,-49 10 0,73-19 0,-25 3 0,-1-3 0,0-1 0,0-1 0,-44-6 0,1 2 0,-235 20 0,162-6 0,-180-10 0,161-4 0,129 2 0,1 3 0,-71 12 0,53-7 0,0-2 0,-126-6 0,80-2 0,69 4 0,-70 12 0,24-2 0,78-12 0,1 0 0,0 0 0,-1-1 0,1 0 0,0 0 0,0-1 0,0 0 0,0-1 0,-15-6 0,-4-5 0,-35-23 0,50 29 0,-85-65 87,61 44-1539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07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24575,'0'5'0,"0"7"0,0 7 0,0 10 0,0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19.0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91 24512,'4173'-91'0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23.0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4385 1 24525,'-4384'149'0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2:47.3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1097 65 24575,'-65'1'0,"-98"-4"0,141 1 0,0-1 0,0-1 0,0-1 0,1-1 0,-26-11 0,32 11 0,0 2 0,0-1 0,-1 2 0,1 0 0,-29-2 0,-81 6 0,60 1 0,7 0 0,1 2 0,0 3 0,0 2 0,-75 22 0,129-31 0,0 1 0,0 0 0,0 1 0,0-1 0,0 0 0,0 1 0,0 0 0,0-1 0,1 1 0,-1 0 0,-3 4 0,5-5 0,1 0 0,-1 0 0,1 0 0,0 0 0,-1 0 0,1 1 0,0-1 0,-1 0 0,1 0 0,0 0 0,0 0 0,0 1 0,0-1 0,0 0 0,1 0 0,-1 0 0,0 0 0,0 1 0,1-1 0,-1 0 0,1 0 0,-1 0 0,1 0 0,-1 0 0,1 0 0,0 0 0,-1 0 0,1 0 0,0 0 0,0-1 0,0 1 0,-1 0 0,1 0 0,2 0 0,96 81 0,-36-33 0,47 28 0,-47-34 0,-62-42 0,1 0 0,-1 0 0,0 0 0,0-1 0,0 1 0,0 0 0,1 0 0,-1-1 0,0 1 0,1-1 0,-1 1 0,1-1 0,-1 0 0,0 1 0,1-1 0,-1 0 0,1 0 0,-1 0 0,1 0 0,-1 0 0,1 0 0,-1-1 0,0 1 0,1 0 0,-1-1 0,1 1 0,-1-1 0,0 0 0,1 1 0,-1-1 0,0 0 0,0 0 0,0 0 0,0 1 0,2-3 0,1-2 0,0-1 0,0 0 0,-1 0 0,1-1 0,-1 1 0,2-8 0,9-16 0,-10 23 0,2-1 0,-1 1 0,1 1 0,0-1 0,0 1 0,0 0 0,1 0 0,0 1 0,0 0 0,1 0 0,-1 0 0,1 1 0,13-4 0,-6 3 0,1 1 0,0 1 0,1 0 0,-1 1 0,0 1 0,24 1 0,-1 1 0,-16 1 0,1-1 0,-1-1 0,0-2 0,0 0 0,1-1 0,43-13 0,-44 8 0,0 0 0,0 2 0,1 0 0,0 2 0,0 1 0,39-1 0,-50 4-136,0-1-1,0-1 1,0 0-1,-1 0 1,1-2-1,0 1 1,-1-2-1,0 1 0,15-10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44.4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3309 203 24575,'-3'0'0,"1"-1"0,0 1 0,-1-1 0,1 0 0,-1 0 0,1 0 0,0 0 0,-4-3 0,-11-5 0,-39-14 0,-1 3 0,-1 2 0,-105-18 0,119 29 0,1-3 0,-83-28 0,52 13 0,70 24 0,0 0 0,-1-1 0,1 2 0,0-1 0,0 0 0,-1 1 0,1 0 0,0 0 0,0 0 0,-1 1 0,-4 0 0,7 0 0,0 0 0,0 0 0,0 0 0,0 0 0,0 0 0,0 0 0,0 1 0,0-1 0,0 1 0,0-1 0,1 1 0,-1 0 0,1 0 0,-1 0 0,1 0 0,0 0 0,0 0 0,0 0 0,0 0 0,0 0 0,-1 4 0,-1 10 0,0 0 0,1 0 0,1 0 0,0 0 0,1 0 0,1 0 0,3 19 0,-2-17 0,0 0 0,-1 0 0,-2 0 0,1 0 0,-5 23 0,3-35 0,-1 0 0,1-1 0,-1 1 0,0-1 0,0 0 0,-1 0 0,1 0 0,-1 0 0,0-1 0,-1 1 0,1-1 0,-1 0 0,0 0 0,0-1 0,0 0 0,0 0 0,-11 5 0,7-4 0,0 0 0,-1 0 0,1-1 0,-1 0 0,0-1 0,0 0 0,0-1 0,0 0 0,0 0 0,-11-1 0,13-1 0,-1-1 0,1 0 0,0-1 0,0 1 0,0-1 0,0-1 0,0 0 0,0 0 0,1 0 0,0-1 0,0 0 0,0 0 0,-8-9 0,6 4 0,1 1 0,0-1 0,0-1 0,1 0 0,0 0 0,1 0 0,0-1 0,-4-13 0,8 20 0,0 0 0,0 1 0,0 0 0,-1-1 0,1 1 0,-1 0 0,-3-4 0,4 7 0,1-1 0,0 1 0,-1 0 0,0-1 0,1 1 0,-1 0 0,0 0 0,1 0 0,-1 0 0,0 0 0,0 1 0,0-1 0,0 1 0,0-1 0,0 1 0,0-1 0,0 1 0,-3 0 0,4 0 0,0 0 0,1 0 0,-1 0 0,1 0 0,-1 0 0,1 0 0,-1 0 0,1 0 0,-1 1 0,1-1 0,-1 0 0,1 0 0,-1 0 0,1 1 0,0-1 0,-1 0 0,1 0 0,-1 1 0,1-1 0,0 0 0,-1 1 0,1-1 0,-1 1 0,1-1 0,0 1 0,0-1 0,-1 0 0,1 1 0,0-1 0,0 2 0,4 15 0,18 15 0,-12-24 0,-1 0 0,1-1 0,0 0 0,0-1 0,1 0 0,0-1 0,16 6 0,87 23 0,-97-30 0,297 90 0,-272-86 0,0-2 0,0-1 0,1-2 0,70-5 0,-47 1 0,-61 1 0,0 0 0,0 0 0,0 0 0,-1-1 0,1 0 0,0 0 0,-1 0 0,1-1 0,8-3 0,-13 5 0,1 0 0,-1 0 0,1-1 0,-1 1 0,0 0 0,1 0 0,-1 0 0,0-1 0,0 1 0,1 0 0,-1-1 0,0 1 0,1 0 0,-1 0 0,0-1 0,0 1 0,0-1 0,1 1 0,-1 0 0,0-1 0,0 1 0,0 0 0,0-1 0,0 1 0,0-1 0,0 1 0,0 0 0,0-1 0,0 1 0,0 0 0,0-1 0,0 1 0,0-1 0,0 1 0,0 0 0,0-1 0,0 1 0,-1-1 0,1 1 0,0 0 0,0-1 0,0 1 0,-1 0 0,1-1 0,-19-10 0,-7 1 0,-2 1 0,1 2 0,-1 0 0,-32-2 0,-11-3 0,-255-62 0,294 67 0,-1 1 0,1 2 0,-35 0 0,-104 6 0,59 0 0,-1260-2 0,1325 3 0,-61 9 0,-19 3 0,-2 0 0,86-8 0,-66 3 0,8-11-1365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6:55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4840 258 24567,'-4839'0'0,"5353"257"0,-1028-514 0,1028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00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24575,'4119'0'0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12.3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4926 125 24575,'-15'-2'0,"0"0"0,1-1 0,-1 0 0,1-1 0,0-1 0,0-1 0,-19-9 0,-13-5 0,11 6 0,12 4 0,0 1 0,0 2 0,0 0 0,-47-7 0,-227 11 0,151 5 0,-488-2 0,615 1 0,1 1 0,-1 1 0,-21 6 0,18-4 0,-43 5 0,-329-7 0,202-6 0,-273 3 0,437 2 0,0 1 0,-47 11 0,44-8 0,-51 5 0,-204-12 0,110-2 0,67 1 0,-124 5 0,153 9 0,61-8 0,-1-1 0,1-1 0,0 0 0,-35-2 0,3-6 0,20 1 0,1 2 0,-1 1 0,0 2 0,-36 3 0,-108 16 0,145-17 0,1-2 0,0-2 0,-58-9 0,23 1-108,0 3-1,0 3 1,-77 4-1,87 1-822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7:58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1 271 24495,'4415'-271'0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8:01.2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4416 0 24461,'-4415'0'0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8:11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0 609 24575,'149'2'0,"165"-5"0,-25-41 0,-197 26 0,113-8 0,-107 22 0,138-13 0,-155 10 0,122 4 0,13 1 0,2-28 0,-195 28 0,0-1 0,0-1 0,0-2 0,34-12 0,-46 14 0,0-1 0,0-1 0,-1 0 0,0 0 0,0-1 0,-1 0 0,0-1 0,0 0 0,-1-1 0,14-17 0,-14 16 0,0 0 0,0 1 0,0 1 0,1-1 0,1 1 0,-1 1 0,1 0 0,0 0 0,1 1 0,0 0 0,0 1 0,0 0 0,1 1 0,-1 0 0,18-3 0,2 1 0,52-18 0,-59 15 0,2 2 0,-1 0 0,37-4 0,-18 8 0,-8 1 0,66-13 0,106-29 0,54-13 0,-212 46 0,1 2 0,0 2 0,0 2 0,0 2 0,89 8 0,-130-3 0,-1-1 0,0 2 0,0-1 0,0 1 0,0 1 0,-1 0 0,1 0 0,-1 0 0,0 1 0,0 0 0,-1 1 0,1 0 0,-1 0 0,0 1 0,-1-1 0,0 2 0,10 13 0,-8-9 0,0 1 0,-1 0 0,-1 0 0,0 0 0,-1 1 0,-1 0 0,0 0 0,0 0 0,-2 0 0,3 27 0,-7 159 0,3-199 0,1-1 0,-1 0 0,0 1 0,0-1 0,0 0 0,0 1 0,1-1 0,-1 0 0,0 0 0,0 0 0,1 0 0,-1 0 0,0 0 0,0 0 0,0-1 0,1 1 0,-1 0 0,0-1 0,0 1 0,2-1 0,0 0 0,0 0 0,0 0 0,0 1 0,0-1 0,0 1 0,0 0 0,0 0 0,0 0 0,5 1 0,-8 0 0,1-1 0,-1 1 0,0-1 0,0 0 0,0 1 0,0-1 0,0 1 0,0-1 0,0 1 0,0-1 0,-1 0 0,1 1 0,0-1 0,0 1 0,0-1 0,0 0 0,0 1 0,-1-1 0,1 0 0,0 1 0,0-1 0,-1 0 0,1 1 0,0-1 0,0 0 0,-1 0 0,1 1 0,0-1 0,-1 0 0,1 0 0,0 1 0,-1-1 0,-12 10 0,4-6 0,0 0 0,-1 0 0,1-1 0,-1 0 0,1-1 0,-1 0 0,-17 0 0,1 0 0,-44-4 0,56 0 0,1-1 0,0 0 0,0-1 0,0 0 0,-21-11 0,21 9 0,-1 0 0,0 1 0,0 1 0,-21-4 0,2 2 0,0-1 0,0-1 0,1-2 0,0-1 0,-37-20 0,22 13 0,-1 1 0,-73-15 0,108 29 0,-5-2 0,-1 1 0,0 1 0,0 1 0,0 0 0,0 2 0,0 0 0,0 1 0,0 1 0,0 1 0,0 0 0,1 1 0,-1 2 0,1 0 0,0 0 0,-23 14 0,-52 41 0,54-33 0,-46 25 0,30-29 0,35-16 0,-35 19 0,41-18 0,0-2 0,0 0 0,-1-1 0,0 0 0,0-1 0,-22 4 0,8-4 0,0-2 0,-49-1 0,-1-4 0,-85 2 0,134 8 0,23-1 0,7-7 0,1 1 0,-1-1 0,0 1 0,1 0 0,-1-1 0,1 0 0,-1 1 0,1-1 0,-1 1 0,1-1 0,0 0 0,-1 1 0,1-1 0,-1 0 0,1 0 0,0 1 0,-1-1 0,1 0 0,0 0 0,1 0 0,25 5 0,0-2 0,1 0 0,0-2 0,0-1 0,32-5 0,52-10 0,-68 8 0,52-2 0,-39 9 0,-35 1 0,-1-1 0,1 0 0,-1-2 0,37-8 0,-28 3 0,0 1 0,-1 2 0,41-1 0,94 6 0,-58 2 0,355-3 0,-431-2 0,0 0 0,35-9 0,-33 4 0,52-2 0,271 9 0,-164 1 0,-185-1 0,0 0 0,1 0 0,-1 1 0,1 0 0,-1 0 0,0 1 0,1-1 0,-1 1 0,0 1 0,0-1 0,0 1 0,10 7 0,-14-8 0,1 0 0,-1 1 0,1 0 0,-1-1 0,0 1 0,0 0 0,0 0 0,0 0 0,-1 0 0,1 0 0,-1 1 0,0-1 0,0 0 0,0 1 0,0-1 0,-1 0 0,1 1 0,-1-1 0,0 1 0,0-1 0,0 1 0,-1-1 0,1 1 0,-1-1 0,-1 5 0,1-3 0,-1 0 0,1 0 0,-1-1 0,0 1 0,0-1 0,-1 1 0,1-1 0,-1 0 0,0 0 0,0 0 0,-1 0 0,-7 6 0,4-4 0,-1-1 0,0 1 0,0-2 0,-1 1 0,0-1 0,-11 4 0,-5 0 0,-1-2 0,0 0 0,-52 3 0,46-7 0,0-2 0,0-1 0,0-1 0,0-2 0,-40-9 0,37 6 0,24 5 0,-1 0 0,1-1 0,0 0 0,0-1 0,0 0 0,-15-9 0,-3-3 0,0 2 0,-1 0 0,-44-13 0,22 9 0,29 10 0,0 0 0,-1 2 0,0 0 0,-44-4 0,-290 9 0,166 3 0,132 1 0,-59 10 0,60-6 0,-65 1 0,86-8 0,0 2 0,1 1 0,-39 9 0,15-3 0,1-4 0,-1-2 0,-79-6 0,23 1 0,101 2 0,-9-1 0,1 1 0,-1 1 0,1 1 0,0 1 0,0 2 0,-33 9 0,20-3 0,0-2 0,0-2 0,-1-1 0,-68 0 0,-33 6 0,53-3-682,-124-1-1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8:16.1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1 303 24575,'0'0'0,"0"-1"0,1 0 0,-1 0 0,1 1 0,-1-1 0,1 0 0,-1 1 0,1-1 0,-1 0 0,1 1 0,0-1 0,-1 1 0,1-1 0,0 1 0,-1-1 0,1 1 0,0 0 0,0-1 0,-1 1 0,1 0 0,0 0 0,0-1 0,0 1 0,1 0 0,26-5 0,-24 4 0,205-16 0,-76 9 0,10-8 0,209-52 0,-298 58 0,70-5 0,-94 12 0,48-9 0,-50 6 0,39-2 0,342 6 0,-208 4 0,-177-4 0,0 0 0,45-11 0,-4 0 0,84-16 0,-93 17 0,-26 5 0,0 1 0,35-2 0,-30 5 171,37-9-1,32-2-1876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8:21.2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4719 594 24575,'-2239'0'0,"2208"1"0,1 2 0,-35 8 0,33-5 0,-52 4 0,-35-11 0,71-1 0,-1 2 0,1 2 0,-48 10 0,40-4 0,0-3 0,-104-3 0,-24 2 0,110 10 0,55-9 0,0-1 0,-22 1 0,-91-3 0,86-3 0,-1 2 0,-72 10 0,25 1 0,-1-4 0,-163-7 0,115-3 0,137 3 0,-1-1 0,1 0 0,0-1 0,-1 1 0,1-1 0,0 0 0,0-1 0,0 1 0,0-1 0,0-1 0,0 1 0,1-1 0,-1 0 0,1 0 0,0 0 0,-1-1 0,2 0 0,-1 0 0,0 0 0,1-1 0,0 0 0,-7-8 0,-52-68 0,37 49 0,1-1 0,-24-41 0,44 64 0,-1-1 0,1 0 0,1 0 0,0-1 0,0 1 0,1-1 0,1 0 0,0 1 0,0-1 0,1 0 0,1-23 0,1 28 0,0 0 0,1 0 0,0 1 0,0-1 0,0 0 0,0 1 0,1-1 0,1 1 0,-1 0 0,1 0 0,8-11 0,-4 8 0,0 1 0,1-1 0,0 2 0,1-1 0,-1 1 0,17-9 0,-2 5 0,0 0 0,1 1 0,0 2 0,0 0 0,47-7 0,7 7 0,0 3 0,0 4 0,85 9 0,-47 7 0,-79-9 0,-1-1 0,1-2 0,51-2 0,-63-4 0,38-11 0,-11 3 0,-24 4 0,33-11 0,-36 9 0,39-7 0,-38 14-1365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8:26.4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818 214 24575,'0'-1'0,"0"0"0,-1 0 0,1 0 0,-1 0 0,1 1 0,-1-1 0,0 0 0,1 0 0,-1 0 0,0 1 0,1-1 0,-1 0 0,0 1 0,0-1 0,0 1 0,0-1 0,1 1 0,-1-1 0,0 1 0,0-1 0,0 1 0,0 0 0,0-1 0,-2 1 0,-28-7 0,27 7 0,-49-10 0,1-3 0,0-1 0,-59-26 0,94 34 0,0 1 0,-1 1 0,0 0 0,-31-1 0,-24-5 0,43 3 0,-50-21 0,-11-2 0,69 25-455,0 1 0,-35-1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3:58:30.2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 6 24575,'-10'0'0,"-14"0"0,-13 0 0,-6 0 0,0 0 0,2 0 0,3 0 0,2 0 0,3 0 0,6-6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09.9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1 275 24575,'32'0'0,"42"2"0,-1-4 0,1-3 0,91-19 0,-80 9 0,-1 4 0,93 0 0,-85 6 0,132-22 0,-19-9 0,318-14 0,-332 37 0,94-2 0,-255 13 0,57-11 0,-57 7 0,51-3 0,-42 6 0,40-8 0,19-2 0,355 8 0,-247 8 0,-149-5 0,-33 1 0,-1 0 0,1 1 0,0 2 0,-1 0 0,41 10 0,-56-8 0,1 0 0,-1 0 0,1 1 0,-1 0 0,-1 1 0,1-1 0,11 13 0,-12-12 0,0 1 0,0-1 0,1 0 0,0-1 0,0 0 0,0 0 0,1-1 0,11 5 0,2-5 0,0 0 0,0-2 0,1 0 0,-1-1 0,1-2 0,24-3 0,-13 2 0,50 2 0,-82 0 0,1 0 0,0 1 0,-1-1 0,1 1 0,0-1 0,-1 1 0,1 0 0,-1 0 0,1 0 0,-1 0 0,0 0 0,1 1 0,-1-1 0,0 1 0,0 0 0,0-1 0,0 1 0,0 0 0,0 0 0,-1 0 0,1 1 0,-1-1 0,2 3 0,0 3 0,0 1 0,0-1 0,-1 1 0,0 0 0,1 14 0,-2-11 0,1-1 0,0-1 0,6 21 0,-7-29 0,1 1 0,-1 0 0,1 0 0,-1-1 0,1 1 0,0-1 0,0 1 0,0-1 0,0 0 0,0 0 0,0 0 0,1 0 0,-1 0 0,1 0 0,-1-1 0,1 1 0,0-1 0,3 2 0,17 3-1365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13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4422 183 24575,'-206'-42'0,"168"34"0,-2 2 0,-65-3 0,-82 10 0,65 2 0,49-4 0,-310 14 0,108 5 0,-22 2 0,290-19 0,-46 5 0,-92-1 0,129-6 0,-1 0 0,1-2 0,-1 0 0,1 0 0,0-2 0,1 0 0,-1 0 0,1-2 0,-26-14 0,20 10 0,0 1 0,0 0 0,-1 2 0,0 1 0,0 0 0,-29-3 0,-52-17 0,90 23 0,-8-4 0,-1 1 0,0 1 0,1 1 0,-1 1 0,-23-1 0,-4 4 0,1 2 0,-1 3 0,-52 10 0,-18 1 0,66-10 0,-59 13 0,78-9 0,-56 24 0,64-22 0,-1-1 0,0-1 0,-53 10 0,-178 26 0,214-36 0,-22 5 0,38-6 0,1-2 0,-1-2 0,-34 2 0,56-6 0,0-1 0,0 1 0,0-2 0,0 1 0,0-1 0,1 0 0,-1 0 0,0 0 0,1-1 0,0 1 0,0-2 0,0 1 0,0 0 0,0-1 0,1 0 0,-1 0 0,1 0 0,-5-8 0,1 4 0,0 1 0,0-1 0,0 1 0,-19-11 0,8 9 0,0 1 0,-1 0 0,0 2 0,-1 0 0,1 2 0,-1 0 0,0 1 0,0 1 0,0 1 0,0 1 0,-42 5 0,57-4-105,0 0 0,0 1 0,0 0 0,0 1 0,1-1 0,-1 1 0,1 0 0,-1 0 0,1 1 0,0 0 0,0 0 0,-6 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16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0 306 24575,'13'-1'0,"1"0"0,-1-1 0,16-4 0,16-2 0,208-29 0,-168 31 0,-63 5 0,0 0 0,1-2 0,-1 0 0,-1-1 0,24-8 0,154-50 0,-58 24 0,75-15 0,-177 46 0,28-5 0,1 4 0,81-2 0,-48 12 0,-8 1 0,182-18 0,-213 6 0,-1 2 0,1 4 0,74 4 0,-129-1 0,1 1 0,-1 0 0,0 0 0,1 1 0,-1-1 0,0 2 0,0-1 0,0 1 0,0 0 0,0 1 0,-1-1 0,0 1 0,1 1 0,-2-1 0,1 1 0,0 0 0,-1 0 0,0 1 0,0 0 0,0 0 0,-1 0 0,4 8 0,-5-10 0,-1 0 0,1 1 0,0-1 0,0-1 0,0 1 0,0 0 0,1-1 0,-1 0 0,1 1 0,0-1 0,0-1 0,0 1 0,0-1 0,1 1 0,-1-1 0,1 0 0,-1-1 0,1 1 0,0-1 0,-1 0 0,1 0 0,0-1 0,6 1 0,66 4 0,99-8 0,-47 0 0,22 5 0,162-4 0,-261-3 0,95-18 0,-126 17 0,36-16 0,-43 15 0,1 1 0,1 0 0,-1 2 0,31-6 0,-6 7 0,48 4 0,-65 1 0,0-1 0,0-2 0,0 0 0,0-1 0,0-1 0,-1-1 0,34-11 0,-36 7-195,1 1 0,0 1 0,0 0 0,0 2 0,0 1 0,35-2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5:55.1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1087 216 24575,'-9'-1'0,"0"-1"0,0-1 0,0 0 0,0 0 0,0-1 0,1 0 0,-1 0 0,1-1 0,-14-11 0,2 3 0,-4-2 0,-1 0 0,0 2 0,-2 1 0,1 1 0,-1 1 0,-33-7 0,10 6 0,1 3 0,-94-4 0,112 10 0,0-1 0,-31-7 0,27 4 0,-49-3 0,45 8 0,11-1 0,1 1 0,-1 2 0,-54 8 0,78-8 11,1 0 0,0 0 0,0 0 0,0 0 0,0 0 0,0 1 0,0-1 0,0 1 0,0 0 0,1 0 0,-1 0 0,1 0 0,-1 1 0,1-1 0,0 1 0,0-1 0,0 1 0,0 0 0,0 0 0,1-1 0,-1 1 0,1 0 0,0 1 0,0-1 0,0 0 0,0 0 1,1 0-1,-1 1 0,1-1 0,0 4 0,0-2-86,0-1 1,0 0 0,1 0 0,0 1 0,0-1-1,0 0 1,0 0 0,1 0 0,0 0 0,0 0-1,0 0 1,0-1 0,0 1 0,1-1 0,-1 1-1,1-1 1,0 0 0,0 0 0,1 0 0,-1 0-1,0-1 1,8 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6:03.5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2934 258 24504,'-2934'0'0,"3449"257"0,-1030-514 0,1030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14:06:09.5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601 32 24575,'-122'2'0,"-133"-5"0,170-11 0,60 8 0,-42-3 0,50 9 0,-10-1 0,25 1 0,17 0 0,1940 3 0,-1026-5 0,-808 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88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0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8.xml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7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5.xml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9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customXml" Target="../ink/ink23.xm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customXml" Target="../ink/ink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7.xml"/><Relationship Id="rId5" Type="http://schemas.openxmlformats.org/officeDocument/2006/relationships/image" Target="../media/image33.png"/><Relationship Id="rId4" Type="http://schemas.openxmlformats.org/officeDocument/2006/relationships/customXml" Target="../ink/ink26.xml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34.xml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11" Type="http://schemas.openxmlformats.org/officeDocument/2006/relationships/customXml" Target="../ink/ink33.xml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customXml" Target="../ink/ink32.xml"/><Relationship Id="rId1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41.xml"/><Relationship Id="rId3" Type="http://schemas.openxmlformats.org/officeDocument/2006/relationships/customXml" Target="../ink/ink36.xml"/><Relationship Id="rId7" Type="http://schemas.openxmlformats.org/officeDocument/2006/relationships/customXml" Target="../ink/ink38.xml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customXml" Target="../ink/ink39.xml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9834"/>
            <a:ext cx="10642997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F0502020204030204" pitchFamily="18" charset="0"/>
                <a:ea typeface="Petrona Bold" pitchFamily="34" charset="-122"/>
                <a:cs typeface="Petrona Bold" pitchFamily="34" charset="-120"/>
              </a:rPr>
              <a:t>Multilingual, Aspect-Based Sentiment Analysis and Visual Sentiment Scores for Hotel Reviews</a:t>
            </a:r>
            <a:endParaRPr lang="en-US" sz="4650" dirty="0">
              <a:latin typeface="Amasis MT Pro" panose="020F0502020204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289" y="4510390"/>
            <a:ext cx="106429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latin typeface="Inter" pitchFamily="34" charset="0"/>
                <a:ea typeface="Inter" pitchFamily="34" charset="-122"/>
                <a:cs typeface="Inter" pitchFamily="34" charset="-120"/>
              </a:rPr>
              <a:t>Sude Ebrar Çat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5741432"/>
            <a:ext cx="106429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997809" y="5398532"/>
            <a:ext cx="18463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C7CAE92-514C-2F86-787D-F4892E5D81D5}"/>
                  </a:ext>
                </a:extLst>
              </p14:cNvPr>
              <p14:cNvContentPartPr/>
              <p14:nvPr/>
            </p14:nvContentPartPr>
            <p14:xfrm>
              <a:off x="13058726" y="7674343"/>
              <a:ext cx="1190520" cy="282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C7CAE92-514C-2F86-787D-F4892E5D81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04726" y="7566343"/>
                <a:ext cx="129816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2A4063-7C40-2A24-9F3A-322DCCB5795B}"/>
                  </a:ext>
                </a:extLst>
              </p14:cNvPr>
              <p14:cNvContentPartPr/>
              <p14:nvPr/>
            </p14:nvContentPartPr>
            <p14:xfrm>
              <a:off x="12998246" y="7988263"/>
              <a:ext cx="1077120" cy="11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2A4063-7C40-2A24-9F3A-322DCCB579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44246" y="7880623"/>
                <a:ext cx="11847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E88CBE6-E1DB-7DB5-0D16-0B0EC28D928B}"/>
                  </a:ext>
                </a:extLst>
              </p14:cNvPr>
              <p14:cNvContentPartPr/>
              <p14:nvPr/>
            </p14:nvContentPartPr>
            <p14:xfrm>
              <a:off x="12744086" y="7746154"/>
              <a:ext cx="1755360" cy="373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E88CBE6-E1DB-7DB5-0D16-0B0EC28D92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81086" y="7683514"/>
                <a:ext cx="1881000" cy="49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889164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Introduction: Leveraging customer feedback to drive hotel improvement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4890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Inter" pitchFamily="34" charset="0"/>
                <a:ea typeface="Inter" pitchFamily="34" charset="-122"/>
                <a:cs typeface="Inter" pitchFamily="34" charset="-120"/>
              </a:rPr>
              <a:t>Customer reviews are a rich source of insights for hotels.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99521" y="452876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Inter" pitchFamily="34" charset="0"/>
                <a:ea typeface="Inter" pitchFamily="34" charset="-122"/>
                <a:cs typeface="Inter" pitchFamily="34" charset="-120"/>
              </a:rPr>
              <a:t>Analyzing sentiment can help identify strengths and weaknesses.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07F4A1-C42B-6BF3-F74A-F758D5B40AF9}"/>
                  </a:ext>
                </a:extLst>
              </p14:cNvPr>
              <p14:cNvContentPartPr/>
              <p14:nvPr/>
            </p14:nvContentPartPr>
            <p14:xfrm>
              <a:off x="12834086" y="7749583"/>
              <a:ext cx="1625760" cy="34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07F4A1-C42B-6BF3-F74A-F758D5B40A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71086" y="7686583"/>
                <a:ext cx="1751400" cy="47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670" y="1392139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Importance of understanding customer sentiment in the Turkish hospitality industry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4068842"/>
            <a:ext cx="4196358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28224" y="42306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Growing Tourism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473880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Turkey is a popular tourist destination with diverse offerings.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83931" y="4068842"/>
            <a:ext cx="4196358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51396" y="42306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Competitive Market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473880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Understanding customer preferences is crucial for success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93310" y="4068842"/>
            <a:ext cx="4196358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74568" y="4230648"/>
            <a:ext cx="317682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Customer Expectations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473880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Reviews influence booking decisions, impacting hotel revenue.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C47FF00-8824-05CA-6329-3C8A769D6E9D}"/>
                  </a:ext>
                </a:extLst>
              </p14:cNvPr>
              <p14:cNvContentPartPr/>
              <p14:nvPr/>
            </p14:nvContentPartPr>
            <p14:xfrm>
              <a:off x="12823286" y="7804663"/>
              <a:ext cx="16347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C47FF00-8824-05CA-6329-3C8A769D6E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60286" y="7678663"/>
                <a:ext cx="1760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A707EC1-5359-855C-C987-DE2F71908D08}"/>
                  </a:ext>
                </a:extLst>
              </p14:cNvPr>
              <p14:cNvContentPartPr/>
              <p14:nvPr/>
            </p14:nvContentPartPr>
            <p14:xfrm>
              <a:off x="12352406" y="7695223"/>
              <a:ext cx="2180160" cy="270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A707EC1-5359-855C-C987-DE2F71908D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89766" y="7632583"/>
                <a:ext cx="230580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CFEA684-1387-D6FC-3C3F-E7692512F111}"/>
                  </a:ext>
                </a:extLst>
              </p14:cNvPr>
              <p14:cNvContentPartPr/>
              <p14:nvPr/>
            </p14:nvContentPartPr>
            <p14:xfrm>
              <a:off x="12953606" y="7842823"/>
              <a:ext cx="1491480" cy="18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CFEA684-1387-D6FC-3C3F-E7692512F1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0606" y="7780183"/>
                <a:ext cx="16171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01608E1-18CC-8439-9875-DE03BD2C5C2E}"/>
                  </a:ext>
                </a:extLst>
              </p14:cNvPr>
              <p14:cNvContentPartPr/>
              <p14:nvPr/>
            </p14:nvContentPartPr>
            <p14:xfrm>
              <a:off x="13592966" y="7945783"/>
              <a:ext cx="950400" cy="11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01608E1-18CC-8439-9875-DE03BD2C5C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29966" y="7883143"/>
                <a:ext cx="10760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43B5BF2-F1FA-C7B0-8D78-433AADFEAE39}"/>
                  </a:ext>
                </a:extLst>
              </p14:cNvPr>
              <p14:cNvContentPartPr/>
              <p14:nvPr/>
            </p14:nvContentPartPr>
            <p14:xfrm>
              <a:off x="12834086" y="7945423"/>
              <a:ext cx="912240" cy="199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43B5BF2-F1FA-C7B0-8D78-433AADFEAE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71086" y="7882783"/>
                <a:ext cx="10378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FF0073B-F566-5295-632B-BAA60AEB05A5}"/>
                  </a:ext>
                </a:extLst>
              </p14:cNvPr>
              <p14:cNvContentPartPr/>
              <p14:nvPr/>
            </p14:nvContentPartPr>
            <p14:xfrm>
              <a:off x="12715646" y="7704754"/>
              <a:ext cx="1794960" cy="428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FF0073B-F566-5295-632B-BAA60AEB05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52646" y="7642114"/>
                <a:ext cx="192060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F1BD979-F29A-E9CB-983B-D71366A96C1C}"/>
                  </a:ext>
                </a:extLst>
              </p14:cNvPr>
              <p14:cNvContentPartPr/>
              <p14:nvPr/>
            </p14:nvContentPartPr>
            <p14:xfrm>
              <a:off x="13113806" y="8000314"/>
              <a:ext cx="1385640" cy="77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F1BD979-F29A-E9CB-983B-D71366A96C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051166" y="7937314"/>
                <a:ext cx="1511280" cy="20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0415" y="1575663"/>
            <a:ext cx="68294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TÜBİTAK–2209-A Project Overview</a:t>
            </a:r>
          </a:p>
          <a:p>
            <a:pPr marL="0" indent="0">
              <a:lnSpc>
                <a:spcPts val="5850"/>
              </a:lnSpc>
              <a:buNone/>
            </a:pP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456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Multilingual sentiment analysis.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41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Topic-based categorization (e.g., cleanliness, service, location).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39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Visual sentiment scores for better decision-making.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456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Utilizing Natural Language Processing (NLP) techniques.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29410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Python, NLP Libraries (NLTK, SpaCy), Machine Learning (TensorFlow).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EF087E-18B1-2B34-878B-8D9505BCC8F4}"/>
                  </a:ext>
                </a:extLst>
              </p14:cNvPr>
              <p14:cNvContentPartPr/>
              <p14:nvPr/>
            </p14:nvContentPartPr>
            <p14:xfrm>
              <a:off x="12502526" y="7716823"/>
              <a:ext cx="1964520" cy="165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EF087E-18B1-2B34-878B-8D9505BCC8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39886" y="7654183"/>
                <a:ext cx="20901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234903-7637-CEC2-67F0-025A1851B928}"/>
                  </a:ext>
                </a:extLst>
              </p14:cNvPr>
              <p14:cNvContentPartPr/>
              <p14:nvPr/>
            </p14:nvContentPartPr>
            <p14:xfrm>
              <a:off x="12910046" y="7848223"/>
              <a:ext cx="1524240" cy="87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234903-7637-CEC2-67F0-025A1851B9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7406" y="7785223"/>
                <a:ext cx="16498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3BD2305-7630-8403-4322-84B6E48D9BE8}"/>
                  </a:ext>
                </a:extLst>
              </p14:cNvPr>
              <p14:cNvContentPartPr/>
              <p14:nvPr/>
            </p14:nvContentPartPr>
            <p14:xfrm>
              <a:off x="12910046" y="7935343"/>
              <a:ext cx="402840" cy="32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BD2305-7630-8403-4322-84B6E48D9B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47102" y="2202343"/>
                <a:ext cx="528368" cy="114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B8664A-629B-FB9C-FD94-46DF13D78BBA}"/>
                  </a:ext>
                </a:extLst>
              </p14:cNvPr>
              <p14:cNvContentPartPr/>
              <p14:nvPr/>
            </p14:nvContentPartPr>
            <p14:xfrm>
              <a:off x="12642566" y="7702063"/>
              <a:ext cx="1890000" cy="428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B8664A-629B-FB9C-FD94-46DF13D78B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79566" y="7639423"/>
                <a:ext cx="20156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ECBF17A-CF05-602A-2AB2-E1D9E105A714}"/>
                  </a:ext>
                </a:extLst>
              </p14:cNvPr>
              <p14:cNvContentPartPr/>
              <p14:nvPr/>
            </p14:nvContentPartPr>
            <p14:xfrm>
              <a:off x="13399646" y="7967914"/>
              <a:ext cx="1139040" cy="15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ECBF17A-CF05-602A-2AB2-E1D9E105A71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337006" y="7904914"/>
                <a:ext cx="12646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DF15751-6C37-77F8-8F24-954393EE970A}"/>
                  </a:ext>
                </a:extLst>
              </p14:cNvPr>
              <p14:cNvContentPartPr/>
              <p14:nvPr/>
            </p14:nvContentPartPr>
            <p14:xfrm>
              <a:off x="12333326" y="7813114"/>
              <a:ext cx="2188440" cy="276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DF15751-6C37-77F8-8F24-954393EE970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70326" y="7750114"/>
                <a:ext cx="2314080" cy="40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9008" y="3504844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Analyzing sentiment across key criteria: cleanliness, service, location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5775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72503" y="5852279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30906" y="57758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Cleanliness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30906" y="6284000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satisfaction with room cleanliness and hygiene.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775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370790" y="5852279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54078" y="57758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Service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54078" y="6284000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staff friendliness, helpfulness, and responsiveness.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775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794200" y="5852279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0377249" y="57758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Location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377249" y="6284000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Assesses proximity to attractions, transportation, and amenities.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0402009-2878-CCD9-71E8-92C09C43DD25}"/>
                  </a:ext>
                </a:extLst>
              </p14:cNvPr>
              <p14:cNvContentPartPr/>
              <p14:nvPr/>
            </p14:nvContentPartPr>
            <p14:xfrm>
              <a:off x="12669566" y="7766143"/>
              <a:ext cx="1764720" cy="185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0402009-2878-CCD9-71E8-92C09C43DD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06926" y="7703503"/>
                <a:ext cx="18903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879A2A3-3D1A-2E48-9ADE-8A5059275E2F}"/>
                  </a:ext>
                </a:extLst>
              </p14:cNvPr>
              <p14:cNvContentPartPr/>
              <p14:nvPr/>
            </p14:nvContentPartPr>
            <p14:xfrm>
              <a:off x="12899246" y="8022463"/>
              <a:ext cx="15807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879A2A3-3D1A-2E48-9ADE-8A5059275E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36246" y="7896463"/>
                <a:ext cx="1706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A7AA8B0-293A-0EB2-88EF-32171B59E234}"/>
                  </a:ext>
                </a:extLst>
              </p14:cNvPr>
              <p14:cNvContentPartPr/>
              <p14:nvPr/>
            </p14:nvContentPartPr>
            <p14:xfrm>
              <a:off x="12745886" y="8032903"/>
              <a:ext cx="1699200" cy="97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A7AA8B0-293A-0EB2-88EF-32171B59E2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83246" y="7969903"/>
                <a:ext cx="18248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F038B3C-56BB-5B55-E076-BBAEFB569ED9}"/>
                  </a:ext>
                </a:extLst>
              </p14:cNvPr>
              <p14:cNvContentPartPr/>
              <p14:nvPr/>
            </p14:nvContentPartPr>
            <p14:xfrm>
              <a:off x="14477486" y="7869994"/>
              <a:ext cx="360" cy="36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F038B3C-56BB-5B55-E076-BBAEFB569ED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414846" y="7806994"/>
                <a:ext cx="126000" cy="16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1706166"/>
            <a:ext cx="6720619" cy="526520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26" y="1706166"/>
            <a:ext cx="6633440" cy="51068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94073D-6DD8-BFF9-727A-0F0A2F26AA33}"/>
                  </a:ext>
                </a:extLst>
              </p14:cNvPr>
              <p14:cNvContentPartPr/>
              <p14:nvPr/>
            </p14:nvContentPartPr>
            <p14:xfrm>
              <a:off x="12964406" y="7826263"/>
              <a:ext cx="1502640" cy="32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94073D-6DD8-BFF9-727A-0F0A2F26AA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01766" y="7763263"/>
                <a:ext cx="16282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80E54B-42D2-E37E-7A9E-9720F13DBB62}"/>
                  </a:ext>
                </a:extLst>
              </p14:cNvPr>
              <p14:cNvContentPartPr/>
              <p14:nvPr/>
            </p14:nvContentPartPr>
            <p14:xfrm>
              <a:off x="12888446" y="7935343"/>
              <a:ext cx="1578600" cy="54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80E54B-42D2-E37E-7A9E-9720F13DBB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25806" y="7872703"/>
                <a:ext cx="17042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B78B3B-0F53-55B2-D79A-7EAD83798364}"/>
                  </a:ext>
                </a:extLst>
              </p14:cNvPr>
              <p14:cNvContentPartPr/>
              <p14:nvPr/>
            </p14:nvContentPartPr>
            <p14:xfrm>
              <a:off x="14039366" y="7988263"/>
              <a:ext cx="457560" cy="135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B78B3B-0F53-55B2-D79A-7EAD837983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76366" y="7925263"/>
                <a:ext cx="5832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6A59389-5CC4-85DE-7C4D-E3E2186EBC2B}"/>
                  </a:ext>
                </a:extLst>
              </p14:cNvPr>
              <p14:cNvContentPartPr/>
              <p14:nvPr/>
            </p14:nvContentPartPr>
            <p14:xfrm>
              <a:off x="12861806" y="7949554"/>
              <a:ext cx="1191240" cy="172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6A59389-5CC4-85DE-7C4D-E3E2186EBC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99166" y="7886914"/>
                <a:ext cx="1316880" cy="29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785" y="604599"/>
            <a:ext cx="8926711" cy="64222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7273766"/>
            <a:ext cx="130940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025334-27E0-8603-A714-EB01DB69FD85}"/>
                  </a:ext>
                </a:extLst>
              </p14:cNvPr>
              <p14:cNvContentPartPr/>
              <p14:nvPr/>
            </p14:nvContentPartPr>
            <p14:xfrm>
              <a:off x="12724646" y="7798903"/>
              <a:ext cx="174240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025334-27E0-8603-A714-EB01DB69FD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62006" y="7736263"/>
                <a:ext cx="1868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312FB9-7247-B811-CA5E-C56A8C98B6FB}"/>
                  </a:ext>
                </a:extLst>
              </p14:cNvPr>
              <p14:cNvContentPartPr/>
              <p14:nvPr/>
            </p14:nvContentPartPr>
            <p14:xfrm>
              <a:off x="12996806" y="8022463"/>
              <a:ext cx="14832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312FB9-7247-B811-CA5E-C56A8C98B6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33806" y="7896463"/>
                <a:ext cx="160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0366FD-7C33-B5E3-619D-FE591DCF7078}"/>
                  </a:ext>
                </a:extLst>
              </p14:cNvPr>
              <p14:cNvContentPartPr/>
              <p14:nvPr/>
            </p14:nvContentPartPr>
            <p14:xfrm>
              <a:off x="12682886" y="8042983"/>
              <a:ext cx="177336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0366FD-7C33-B5E3-619D-FE591DCF707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20246" y="7980343"/>
                <a:ext cx="1899000" cy="17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6112" y="1250514"/>
            <a:ext cx="101780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Current status and Accomplishments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317915"/>
            <a:ext cx="4196358" cy="2791539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28224" y="35523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406050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Collected 2050 reviews from Google Places API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317915"/>
            <a:ext cx="4196358" cy="2791539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51396" y="35523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Data Preprocessing 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4060508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Cleaning and preprocessing text using NLTK and Pandas library, removing punctuation, converting to lowercase, and removing stop words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317915"/>
            <a:ext cx="4196358" cy="2791539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74568" y="3552349"/>
            <a:ext cx="372749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Aspect-Based Sentiment Analysis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443257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Basic understanding of NLP libraries (spaCy, NLTK), and exposure to topic modeling (LDA)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CB9EE46-358B-AD32-06FA-3FB65DA521CE}"/>
                  </a:ext>
                </a:extLst>
              </p14:cNvPr>
              <p14:cNvContentPartPr/>
              <p14:nvPr/>
            </p14:nvContentPartPr>
            <p14:xfrm>
              <a:off x="12855326" y="7805023"/>
              <a:ext cx="1589760" cy="97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CB9EE46-358B-AD32-06FA-3FB65DA521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92686" y="7742023"/>
                <a:ext cx="17154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4EA8A34-8DE2-B90E-D6CA-06C0EE834F4D}"/>
                  </a:ext>
                </a:extLst>
              </p14:cNvPr>
              <p14:cNvContentPartPr/>
              <p14:nvPr/>
            </p14:nvContentPartPr>
            <p14:xfrm>
              <a:off x="12898886" y="7891783"/>
              <a:ext cx="158976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4EA8A34-8DE2-B90E-D6CA-06C0EE834F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36246" y="7765783"/>
                <a:ext cx="1715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8C7AAE-1987-7A80-F4FE-482AD4681F22}"/>
                  </a:ext>
                </a:extLst>
              </p14:cNvPr>
              <p14:cNvContentPartPr/>
              <p14:nvPr/>
            </p14:nvContentPartPr>
            <p14:xfrm>
              <a:off x="12877286" y="7748863"/>
              <a:ext cx="1623600" cy="285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8C7AAE-1987-7A80-F4FE-482AD4681F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14286" y="7685863"/>
                <a:ext cx="17492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8620BC4-A3D5-735C-2DA8-7C123EB30D4C}"/>
                  </a:ext>
                </a:extLst>
              </p14:cNvPr>
              <p14:cNvContentPartPr/>
              <p14:nvPr/>
            </p14:nvContentPartPr>
            <p14:xfrm>
              <a:off x="12811766" y="7913383"/>
              <a:ext cx="936360" cy="109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8620BC4-A3D5-735C-2DA8-7C123EB30D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749126" y="7850743"/>
                <a:ext cx="1062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F1A676-1349-C3EB-2D7A-F0CDAB7E5F81}"/>
                  </a:ext>
                </a:extLst>
              </p14:cNvPr>
              <p14:cNvContentPartPr/>
              <p14:nvPr/>
            </p14:nvContentPartPr>
            <p14:xfrm>
              <a:off x="12735446" y="7874143"/>
              <a:ext cx="1698840" cy="258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F1A676-1349-C3EB-2D7A-F0CDAB7E5F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72446" y="7811143"/>
                <a:ext cx="182448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A132CDB-3753-9A95-24CA-345B138ED3AE}"/>
                  </a:ext>
                </a:extLst>
              </p14:cNvPr>
              <p14:cNvContentPartPr/>
              <p14:nvPr/>
            </p14:nvContentPartPr>
            <p14:xfrm>
              <a:off x="13454006" y="7803754"/>
              <a:ext cx="294480" cy="77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A132CDB-3753-9A95-24CA-345B138ED3A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391366" y="7741114"/>
                <a:ext cx="4201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5B4D091-5450-07B5-A2BF-8037F8826F7E}"/>
                  </a:ext>
                </a:extLst>
              </p14:cNvPr>
              <p14:cNvContentPartPr/>
              <p14:nvPr/>
            </p14:nvContentPartPr>
            <p14:xfrm>
              <a:off x="14031806" y="7933354"/>
              <a:ext cx="119880" cy="2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5B4D091-5450-07B5-A2BF-8037F8826F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968806" y="7870354"/>
                <a:ext cx="245520" cy="12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1704" y="95964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Future Works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647236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303973" y="2683085"/>
            <a:ext cx="30739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Analysis Improvement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03972" y="3106836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Complete and improve visual sentiment scores for hotels regarding topic categorization and sentiment scores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176751"/>
            <a:ext cx="170021" cy="1233964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644134" y="42232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Facility Upgrades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44134" y="4614437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Integrate collaborative filtering for personalized recommendations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754826"/>
            <a:ext cx="170021" cy="871061"/>
          </a:xfrm>
          <a:prstGeom prst="roundRect">
            <a:avLst>
              <a:gd name="adj" fmla="val 560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984415" y="57991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atin typeface="Sagona Book" panose="02020503050505020204" pitchFamily="18" charset="0"/>
                <a:ea typeface="Petrona Bold" pitchFamily="34" charset="-122"/>
                <a:cs typeface="Petrona Bold" pitchFamily="34" charset="-120"/>
              </a:rPr>
              <a:t>Web Tool Status</a:t>
            </a:r>
            <a:endParaRPr lang="en-US" sz="2300" dirty="0">
              <a:latin typeface="Sagona Book" panose="0202050305050502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84415" y="6190356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Complete web platform development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8101" y="334669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  <a:cs typeface="Petrona Bold" pitchFamily="34" charset="-120"/>
              </a:rPr>
              <a:t>Thank You!</a:t>
            </a:r>
          </a:p>
          <a:p>
            <a:pPr marL="0" indent="0" algn="ctr">
              <a:lnSpc>
                <a:spcPts val="5850"/>
              </a:lnSpc>
              <a:buNone/>
            </a:pPr>
            <a:endParaRPr lang="en-US" sz="4650" b="1" dirty="0">
              <a:solidFill>
                <a:srgbClr val="000000"/>
              </a:solidFill>
              <a:latin typeface="Amasis MT Pro" panose="02040504050005020304" pitchFamily="18" charset="0"/>
              <a:ea typeface="Petrona Bold" pitchFamily="34" charset="-122"/>
            </a:endParaRPr>
          </a:p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masis MT Pro" panose="02040504050005020304" pitchFamily="18" charset="0"/>
                <a:ea typeface="Petrona Bold" pitchFamily="34" charset="-122"/>
              </a:rPr>
              <a:t>catsudeebrar@gmail.com</a:t>
            </a:r>
            <a:endParaRPr lang="en-US" sz="4650" dirty="0">
              <a:latin typeface="Amasis MT Pro" panose="020405040500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BF0E53-AFF6-6655-1A20-478881050073}"/>
                  </a:ext>
                </a:extLst>
              </p14:cNvPr>
              <p14:cNvContentPartPr/>
              <p14:nvPr/>
            </p14:nvContentPartPr>
            <p14:xfrm>
              <a:off x="12910046" y="7760023"/>
              <a:ext cx="1524240" cy="122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3BF0E53-AFF6-6655-1A20-4788810500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47406" y="7697023"/>
                <a:ext cx="16498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4088F81-7C67-1E4C-BD49-73F0AB2B4996}"/>
                  </a:ext>
                </a:extLst>
              </p14:cNvPr>
              <p14:cNvContentPartPr/>
              <p14:nvPr/>
            </p14:nvContentPartPr>
            <p14:xfrm>
              <a:off x="12907526" y="7880623"/>
              <a:ext cx="1592280" cy="8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4088F81-7C67-1E4C-BD49-73F0AB2B49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4526" y="7817623"/>
                <a:ext cx="17179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A7ACCE-5325-51D1-3D60-6B98529E3716}"/>
                  </a:ext>
                </a:extLst>
              </p14:cNvPr>
              <p14:cNvContentPartPr/>
              <p14:nvPr/>
            </p14:nvContentPartPr>
            <p14:xfrm>
              <a:off x="12953966" y="7977823"/>
              <a:ext cx="1539720" cy="110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A7ACCE-5325-51D1-3D60-6B98529E37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0966" y="7915183"/>
                <a:ext cx="16653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4705DF8-5F8A-C78E-2E5F-18E4C22FB920}"/>
                  </a:ext>
                </a:extLst>
              </p14:cNvPr>
              <p14:cNvContentPartPr/>
              <p14:nvPr/>
            </p14:nvContentPartPr>
            <p14:xfrm>
              <a:off x="14075726" y="7966303"/>
              <a:ext cx="391320" cy="78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4705DF8-5F8A-C78E-2E5F-18E4C22FB92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13086" y="7903303"/>
                <a:ext cx="5169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280AF5D-AE69-7689-6225-CB55727026E8}"/>
                  </a:ext>
                </a:extLst>
              </p14:cNvPr>
              <p14:cNvContentPartPr/>
              <p14:nvPr/>
            </p14:nvContentPartPr>
            <p14:xfrm>
              <a:off x="13432406" y="7962154"/>
              <a:ext cx="1056240" cy="185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280AF5D-AE69-7689-6225-CB55727026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369406" y="7899514"/>
                <a:ext cx="1181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E3C42F1-5FC7-CD38-C2BE-DEBF2C0EB78C}"/>
                  </a:ext>
                </a:extLst>
              </p14:cNvPr>
              <p14:cNvContentPartPr/>
              <p14:nvPr/>
            </p14:nvContentPartPr>
            <p14:xfrm>
              <a:off x="13260326" y="8098234"/>
              <a:ext cx="1087560" cy="12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E3C42F1-5FC7-CD38-C2BE-DEBF2C0EB7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197686" y="8035594"/>
                <a:ext cx="1213200" cy="13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291</Words>
  <Application>Microsoft Office PowerPoint</Application>
  <PresentationFormat>Custom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Inter</vt:lpstr>
      <vt:lpstr>Petrona Bold</vt:lpstr>
      <vt:lpstr>Sagona Book</vt:lpstr>
      <vt:lpstr>Amasis MT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sudeebrarcat@posta.mu.edu.tr</cp:lastModifiedBy>
  <cp:revision>9</cp:revision>
  <dcterms:created xsi:type="dcterms:W3CDTF">2025-01-18T13:33:35Z</dcterms:created>
  <dcterms:modified xsi:type="dcterms:W3CDTF">2025-10-18T11:55:28Z</dcterms:modified>
</cp:coreProperties>
</file>