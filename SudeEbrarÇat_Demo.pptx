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2.xml" ContentType="application/vnd.openxmlformats-officedocument.presentationml.notesSlide+xml"/>
  <Override PartName="/ppt/ink/ink4.xml" ContentType="application/inkml+xml"/>
  <Override PartName="/ppt/notesSlides/notesSlide3.xml" ContentType="application/vnd.openxmlformats-officedocument.presentationml.notesSlide+xml"/>
  <Override PartName="/ppt/ink/ink5.xml" ContentType="application/inkml+xml"/>
  <Override PartName="/ppt/notesSlides/notesSlide4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5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notesSlides/notesSlide6.xml" ContentType="application/vnd.openxmlformats-officedocument.presentationml.notesSlide+xml"/>
  <Override PartName="/ppt/ink/ink20.xml" ContentType="application/inkml+xml"/>
  <Override PartName="/ppt/notesSlides/notesSlide7.xml" ContentType="application/vnd.openxmlformats-officedocument.presentationml.notesSlide+xml"/>
  <Override PartName="/ppt/ink/ink21.xml" ContentType="application/inkml+xml"/>
  <Override PartName="/ppt/ink/ink22.xml" ContentType="application/inkml+xml"/>
  <Override PartName="/ppt/ink/ink23.xml" ContentType="application/inkml+xml"/>
  <Override PartName="/ppt/notesSlides/notesSlide8.xml" ContentType="application/vnd.openxmlformats-officedocument.presentationml.notesSlide+xml"/>
  <Override PartName="/ppt/ink/ink24.xml" ContentType="application/inkml+xml"/>
  <Override PartName="/ppt/ink/ink25.xml" ContentType="application/inkml+xml"/>
  <Override PartName="/ppt/ink/ink26.xml" ContentType="application/inkml+xml"/>
  <Override PartName="/ppt/notesSlides/notesSlide9.xml" ContentType="application/vnd.openxmlformats-officedocument.presentationml.notesSlide+xml"/>
  <Override PartName="/ppt/ink/ink27.xml" ContentType="application/inkml+xml"/>
  <Override PartName="/ppt/ink/ink28.xml" ContentType="application/inkml+xml"/>
  <Override PartName="/ppt/ink/ink29.xml" ContentType="application/inkml+xml"/>
  <Override PartName="/ppt/notesSlides/notesSlide10.xml" ContentType="application/vnd.openxmlformats-officedocument.presentationml.notesSlide+xml"/>
  <Override PartName="/ppt/ink/ink30.xml" ContentType="application/inkml+xml"/>
  <Override PartName="/ppt/ink/ink31.xml" ContentType="application/inkml+xml"/>
  <Override PartName="/ppt/ink/ink32.xml" ContentType="application/inkml+xml"/>
  <Override PartName="/ppt/notesSlides/notesSlide11.xml" ContentType="application/vnd.openxmlformats-officedocument.presentationml.notesSlide+xml"/>
  <Override PartName="/ppt/ink/ink33.xml" ContentType="application/inkml+xml"/>
  <Override PartName="/ppt/ink/ink34.xml" ContentType="application/inkml+xml"/>
  <Override PartName="/ppt/ink/ink35.xml" ContentType="application/inkml+xml"/>
  <Override PartName="/ppt/notesSlides/notesSlide12.xml" ContentType="application/vnd.openxmlformats-officedocument.presentationml.notesSlide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notesSlides/notesSlide15.xml" ContentType="application/vnd.openxmlformats-officedocument.presentationml.notesSlide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6" r:id="rId4"/>
    <p:sldId id="267" r:id="rId5"/>
    <p:sldId id="258" r:id="rId6"/>
    <p:sldId id="268" r:id="rId7"/>
    <p:sldId id="262" r:id="rId8"/>
    <p:sldId id="271" r:id="rId9"/>
    <p:sldId id="269" r:id="rId10"/>
    <p:sldId id="270" r:id="rId11"/>
    <p:sldId id="272" r:id="rId12"/>
    <p:sldId id="260" r:id="rId13"/>
    <p:sldId id="264" r:id="rId14"/>
    <p:sldId id="265" r:id="rId15"/>
    <p:sldId id="273" r:id="rId16"/>
  </p:sldIdLst>
  <p:sldSz cx="14630400" cy="8229600"/>
  <p:notesSz cx="8229600" cy="14630400"/>
  <p:embeddedFontLst>
    <p:embeddedFont>
      <p:font typeface="Amasis MT Pro" panose="02040504050005020304" pitchFamily="18" charset="0"/>
      <p:regular r:id="rId18"/>
      <p:bold r:id="rId19"/>
      <p:italic r:id="rId20"/>
      <p:boldItalic r:id="rId21"/>
    </p:embeddedFont>
    <p:embeddedFont>
      <p:font typeface="Inter" panose="020B0604020202020204" charset="0"/>
      <p:regular r:id="rId22"/>
    </p:embeddedFont>
    <p:embeddedFont>
      <p:font typeface="Sagona Book" panose="02020503050505020204" pitchFamily="18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600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1-18T13:38:14.786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3306 0,'-12'1,"-1"0,1 1,-1 1,-12 3,-21 5,-337 39,146-22,-20-12,122-12,36 6,-110 25,118-17,-148 10,199-29,21 0,-36 4,51-3,-1 1,1 0,0 0,-1 0,1 1,0-1,0 1,0 0,0 0,0 1,0-1,0 1,-3 3,2 0,-1 0,-1 1,0-1,-13 9,18-14,0 0,1 0,-1 0,0 0,0 0,0 0,1-1,-1 1,0-1,0 0,0 1,0-1,0 0,0 0,0 0,0 0,0-1,0 1,0-1,0 1,0-1,1 1,-4-3,-11-7,0-1,-17-16,-22-15,11 10,34 24,1 1,-1 0,0 0,0 1,0 1,-1-1,0 2,-14-5,6 6,-1 0,1 1,-1 1,1 0,-1 2,1 0,-38 8,12 2,2 2,-56 24,61-18,1 1,0 2,2 1,-39 35,-59 37,86-67,19-13,1 2,0 1,2 1,-40 37,60-50,0 0,1 1,-1 0,2 0,-1 0,1 0,0 0,0 1,1-1,-2 13,3-17,0-1,1 1,0 0,-1-1,1 1,0 0,0-1,1 1,-1 0,0-1,1 1,0 0,-1-1,1 1,0-1,0 1,1-1,-1 0,1 1,-1-1,1 0,-1 0,1 0,0 0,0 0,0 0,0-1,0 1,1-1,-1 1,0-1,6 2,-5-2,0-1,0 1,1-1,-1 0,0 0,0 0,0 0,1-1,-1 1,0-1,0 0,5-2,39-19,-26 10,-5 4,0 1,1 0,0 1,0 0,1 2,-1 0,1 1,34-2,7 5,-1 2,99 17,-140-16,54 12,1-4,87 3,98-16,125 3,16 36,-218-18,60 11,-203-26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1-18T13:38:15.902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2991 4,'-76'-1,"31"-1,1 2,-1 2,1 2,-52 11,-48 21,-220 29,-487 50,729-97,-226 27,248-37,-148-7,209-6,-1-2,1-2,1-1,-1-2,2-2,-48-23,76 31,-1 1,1-1,0-1,-13-12,-7-6,24 22,1 0,-1 1,1 0,-1 0,0 0,-6-2,-9-1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38:40.9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4816 374 24575,'-1'0'0,"0"0"0,0-1 0,0 1 0,-1 0 0,1-1 0,0 1 0,0-1 0,0 1 0,0-1 0,0 0 0,1 1 0,-1-1 0,0 0 0,0 0 0,0 0 0,1 1 0,-1-1 0,0 0 0,1 0 0,-1 0 0,0 0 0,1 0 0,0 0 0,-1 0 0,1 0 0,0-1 0,-1 1 0,1 0 0,0 0 0,0 0 0,0 0 0,0 0 0,0-1 0,0-1 0,4-41 0,-2 38 0,-1 0 0,0 0 0,-1 0 0,1-1 0,-1 1 0,0 0 0,-1-1 0,0 1 0,0 0 0,0 0 0,-1 0 0,1 0 0,-1 0 0,-1 0 0,-4-8 0,3 8 0,0 0 0,-1 0 0,0 0 0,0 1 0,0 0 0,-1 0 0,1 0 0,-1 1 0,0 0 0,0 0 0,-1 0 0,1 1 0,-10-3 0,-12-4 0,0 1 0,-1 1 0,-51-6 0,-90 2 0,112 9 0,-59-9 0,-21-2 0,-373 33 0,285-11 0,53-2 0,53 8 0,77-7 0,-57 1 0,-1131-8 0,553-1 0,648 2 0,0 2 0,-32 7 0,27-3 0,-40 1 0,-28-9 0,60 0 0,-69 6 0,108-5 0,1 1 0,-1-1 0,1 1 0,-1 0 0,1 0 0,-1 1 0,1-1 0,0 1 0,0-1 0,-1 1 0,1 0 0,0 0 0,1 0 0,-1 1 0,0-1 0,1 1 0,-1 0 0,1-1 0,0 1 0,0 0 0,0 0 0,0 1 0,0-1 0,1 0 0,-1 0 0,1 1 0,0-1 0,-1 5 0,2-2 0,-1-1 0,1 0 0,0 1 0,0-1 0,0 1 0,1-1 0,0 0 0,0 1 0,0-1 0,0 0 0,1 0 0,0 1 0,0-2 0,1 1 0,0 0 0,-1 0 0,1-1 0,5 6 0,130 138 0,-131-141 0,0-1 0,0 0 0,0 0 0,0 0 0,1-1 0,0-1 0,0 1 0,0-1 0,1 0 0,0-1 0,-1 0 0,1-1 0,14 3 0,-1-1 0,1-1 0,0-2 0,0 0 0,29-3 0,52-13 0,-68 8 0,56-3 0,-82 9 0,221 3 0,-142 12 0,-55-8 0,42 3 0,-1-8 0,-1-2 0,103-16 0,-79 6 0,-53 7 0,62-14 0,-52 6 0,-1 1 0,1 3 0,96-2 0,-74 12 0,-32 0 0,0-1 0,0-3 0,74-11 0,-77 6 0,-1 2 0,83 1 0,2 0 0,-39-10 0,-59 8 0,44-3 0,270 6 0,-175 5 0,-142-3 0,0-2 0,38-8 0,-46 7 0,1 0 0,0 2 0,-1 0 0,1 0 0,0 2 0,34 3 0,3 7 0,-1-2 0,79 1 0,-103-7 0,0 1 0,36 8 0,-33-5 0,50 3 0,19-10 0,37 3 0,-134-2 0,-1 1 0,1 1 0,0-1 0,0 1 0,-1-1 0,1 1 0,-1 1 0,1-1 0,-1 1 0,0-1 0,0 1 0,0 1 0,-1-1 0,1 0 0,-1 1 0,1 0 0,-1 0 0,-1 0 0,1 0 0,0 0 0,-1 0 0,0 1 0,0-1 0,2 6 0,2 8 0,-1 0 0,0 0 0,-1 1 0,-1-1 0,1 21 0,-4-19 0,-1-1 0,-1 1 0,-1 0 0,0 0 0,-1-1 0,-2 0 0,0 0 0,-1 0 0,0-1 0,-2 0 0,0 0 0,-1-1 0,-1 0 0,-13 15 0,21-28 0,-1 0 0,1-1 0,-1 0 0,0 1 0,0-2 0,0 1 0,-1 0 0,1-1 0,0 0 0,-1 0 0,0 0 0,0 0 0,1-1 0,-1 0 0,-9 1 0,-8 0 0,0 0 0,-29-3 0,27 0 0,3-1 0,-1-1 0,0-1 0,1 0 0,0-2 0,0-1 0,-31-14 0,18 8 0,-42-12 0,56 22 0,1 1 0,-1 0 0,-19 1 0,13 1 0,-36-5 0,55 4 0,0-1 0,0 1 0,0-1 0,1 0 0,-1-1 0,1 0 0,-1 0 0,1 0 0,-10-8 0,-102-78 0,117 89 0,0-1 0,0 0 0,0 0 0,1 0 0,-1 1 0,0-1 0,0 0 0,1 0 0,-1 0 0,0 0 0,1 0 0,-1 0 0,1-1 0,-1 1 0,1 0 0,0 0 0,-1 0 0,1 0 0,0-1 0,0 1 0,0 0 0,0 0 0,0 0 0,0-1 0,0 1 0,0 0 0,0 0 0,1 0 0,-1-1 0,1 1 0,-1 0 0,0 0 0,1 0 0,0 0 0,-1 0 0,1 0 0,0 0 0,-1 0 0,1 0 0,0 0 0,0 0 0,0 1 0,0-1 0,0 0 0,0 1 0,0-1 0,0 0 0,0 1 0,2-1 0,5-4 0,1 0 0,0 1 0,1 0 0,15-4 0,6 1 0,38-4 0,0 1 0,156-24 0,-173 26 0,1 4 0,0 1 0,86 7 0,-137-3 0,1-1 0,0 0 0,0 1 0,0 0 0,-1 0 0,1 0 0,0 0 0,-1 0 0,5 3 0,-6-4 0,-1 1 0,0-1 0,1 0 0,-1 0 0,0 1 0,1-1 0,-1 0 0,0 1 0,0-1 0,1 1 0,-1-1 0,0 0 0,0 1 0,0-1 0,1 1 0,-1-1 0,0 1 0,0-1 0,0 1 0,0-1 0,0 0 0,0 1 0,0-1 0,0 1 0,-1 0 0,1 1 0,-1-1 0,1-1 0,-1 1 0,1 0 0,-1 0 0,0 0 0,1 0 0,-1 0 0,0 0 0,0-1 0,0 1 0,0 0 0,-1 0 0,-23 14 0,0-1 0,0-2 0,-2 0 0,1-2 0,-1-1 0,-1-1 0,-46 7 0,-7-4 0,-114-1 0,176-8 0,1-2 0,-1 0 0,1-1 0,0-1 0,-1-1 0,1-1 0,0 0 0,1-1 0,-33-14 0,-8-2 0,46 18 0,1 0 0,0-1 0,0 0 0,-19-12 0,20 11 0,1 0 0,0 0 0,-1 1 0,0 1 0,0 0 0,0 0 0,-21-3 0,11 4 0,0 1 0,0 1 0,-24 2 0,39-2 0,1 1 0,-1 0 0,0 0 0,1 1 0,-1-1 0,1 1 0,-1 0 0,1 0 0,0 1 0,-1-1 0,1 1 0,1 0 0,-1 0 0,0 0 0,1 0 0,0 1 0,-1 0 0,1-1 0,1 1 0,-1 0 0,-2 5 0,2-3 0,0 1 0,0-1 0,1 1 0,0 0 0,0-1 0,1 1 0,-1 0 0,2 0 0,-1 0 0,1 0 0,0 0 0,0 0 0,3 12 0,-2-9 0,2 0 0,0 0 0,0 0 0,0 0 0,1-1 0,1 1 0,0-1 0,0 0 0,1-1 0,7 10 0,-8-13 0,0 0 0,1 0 0,0 0 0,0-1 0,0 0 0,1 0 0,-1 0 0,1-1 0,0 0 0,0 0 0,0-1 0,1 0 0,-1 0 0,13 1 0,-12-2 0,0 0 0,1 0 0,-1-1 0,0 0 0,0-1 0,1 1 0,-1-1 0,0-1 0,0 0 0,0 0 0,0-1 0,0 0 0,-1 0 0,1 0 0,-1-1 0,0-1 0,0 1 0,0-1 0,0 0 0,-1 0 0,7-8 0,-12 12 0,0 0 0,0 0 0,0 0 0,0-1 0,0 1 0,-1 0 0,1-1 0,0 1 0,0-1 0,-1 1 0,1 0 0,-1-1 0,0 0 0,1 1 0,-1-1 0,0 1 0,0-1 0,0 1 0,0-1 0,0 1 0,0-1 0,0 0 0,-1-1 0,-1-1 0,1 0 0,-1 1 0,1 0 0,-1-1 0,0 1 0,-1 0 0,1 0 0,-1 0 0,-3-4 0,-6-3 0,-1 0 0,0 0 0,-21-11 0,-14-7 0,13 7 0,-61-27 0,66 35 0,13 6 0,0-1 0,-1 2 0,0 0 0,0 1 0,0 1 0,-29-2 0,4 4 0,-63 5 0,87-1 0,0 1 0,0 1 0,1 1 0,-1 0 0,-32 15 0,23-9 0,22-9 0,0 0 0,0 0 0,1 1 0,-1 0 0,1 0 0,-1 0 0,-6 7 0,2-1 0,0 0 0,1 0 0,0 1 0,-13 20 0,20-26 0,0 0 0,-1 1 0,2-1 0,-1 1 0,0-1 0,1 1 0,0-1 0,0 1 0,0 0 0,1 0 0,0-1 0,0 1 0,0 0 0,0 0 0,1-1 0,1 10 0,1-8 0,0 1 0,0-1 0,0-1 0,0 1 0,1 0 0,0-1 0,0 0 0,1 0 0,-1 0 0,1 0 0,0-1 0,1 0 0,-1 0 0,1 0 0,-1-1 0,11 5 0,1 0 0,-1-1 0,1 0 0,0-2 0,1 0 0,18 3 0,-5-4 0,0-2 0,0 0 0,55-6 0,-79 3 0,-1-1 0,1 0 0,0 0 0,-1 0 0,0-1 0,1 0 0,-1 0 0,-1-1 0,1 1 0,0-1 0,-1-1 0,7-5 0,-11 9 0,0 0 0,-1 0 0,1-1 0,0 1 0,0 0 0,0 0 0,-1 0 0,1-1 0,-1 1 0,1 0 0,-1-1 0,1 1 0,-1-1 0,0 1 0,0 0 0,0-1 0,0 1 0,0-1 0,0 1 0,0 0 0,0-1 0,0 1 0,-1-1 0,1 1 0,-1 0 0,1-1 0,-1 1 0,1 0 0,-1-1 0,0 1 0,1 0 0,-1 0 0,0 0 0,0 0 0,-2-2 0,-4-5 0,0 0 0,0 1 0,-15-11 0,19 16 0,-7-7 0,1 0 0,-15-18 0,18 19 0,-1 0 0,1 1 0,-1 0 0,-1 0 0,1 1 0,-10-7 0,5 7 0,-1 0 0,1 0 0,-1 1 0,0 1 0,0 0 0,-1 1 0,1 0 0,-17 0 0,-15 1 0,-52 3 0,27 2 0,60-4 0,0 1 0,0 1 0,0 0 0,0 0 0,0 1 0,0 0 0,0 1 0,0 0 0,1 1 0,0 0 0,-1 0 0,-8 6 0,-14 12 0,21-15 0,0 0 0,1 1 0,-10 9 0,16-14 0,1 1 0,0 0 0,0 0 0,0 0 0,0 0 0,1 0 0,0 1 0,0-1 0,0 1 0,0 0 0,-1 7 0,0 1 0,3-8 0,-1 1 0,-1-1 0,1 1 0,-1-1 0,0 1 0,-5 8 0,6-13 0,0 1 0,0-1 0,-1 1 0,1-1 0,-1 0 0,1 1 0,-1-1 0,0 0 0,1 0 0,-1 0 0,0 0 0,0 0 0,0-1 0,1 1 0,-1-1 0,0 1 0,0-1 0,0 0 0,0 1 0,0-1 0,0 0 0,0 0 0,-4-1 0,-33-4 0,0-1 0,-66-20 0,-27-6 0,113 29 0,1 1 0,-1 1 0,0 1 0,1 0 0,-28 5 0,-239 35 0,171-28 0,-31 6 0,85-10 0,-1-3 0,-119-4 0,77-3 0,85 3 0,1 1 0,-1 1 0,1 1 0,0 0 0,-24 10 0,19-6 0,-1-2 0,-29 6 0,-1-7 0,-61-2 0,65-4 0,-87 12 0,95-5 0,-1-1 0,-59-1 0,79-4 0,0-2 0,-1-1 0,1-1 0,0-1 0,1 0 0,-27-12 0,10 2 0,-11-4 0,-77-41 0,123 58 0,-1-1 0,1 1 0,0-1 0,0 0 0,0 0 0,0 0 0,1 0 0,-1 0 0,1-1 0,-1 1 0,1-1 0,0 1 0,1-1 0,-3-4 0,2 0 0,0 0 0,0 0 0,1 0 0,0 0 0,0 0 0,2-15 0,1 0 0,1 0 0,1 1 0,1-1 0,10-24 0,2 3 0,45-80 0,0 0 0,-57 111 0,1 1 0,0 1 0,1-1 0,0 1 0,1 0 0,1 0 0,9-9 0,-11 13 0,0 1 0,0 1 0,0-1 0,1 1 0,0 0 0,0 1 0,0 0 0,1 0 0,-1 1 0,1 0 0,11-2 0,176-28 0,-169 31 0,0 0 0,0 2 0,0 2 0,0 0 0,36 8 0,-20-2 0,1-1 0,62 1 0,91-10 0,-69 0 0,368-27 0,-480 27 0,192-26 0,-125 14 0,126-5 0,-121 19 0,160 20 0,-4 11 0,-166-15 0,-40-7 0,0-2 0,43 2 0,-70-9 0,0 1 0,-1 1 0,1-1 0,-1 2 0,0-1 0,0 1 0,0 1 0,0 0 0,0 0 0,16 11 0,-21-11 0,0 0 0,0 0 0,-1 0 0,1 1 0,-1 0 0,0 0 0,0 0 0,0 0 0,-1 1 0,1-1 0,-1 1 0,-1 0 0,1 0 0,-1 0 0,0 0 0,-1 0 0,1 1 0,-1-1 0,0 8 0,-1 15 0,-1 0 0,-1 0 0,-2 0 0,-9 37 0,1-6 0,3-28 0,7-28 0,0 1 0,1-1 0,-1 1 0,1-1 0,0 1 0,1-1 0,-1 1 0,1 0 0,0 6 0,0-11 0,0 0 0,0 0 0,0 0 0,0 0 0,0 0 0,0 0 0,0 0 0,1 1 0,-1-1 0,0 0 0,0 0 0,0 0 0,0 0 0,0 0 0,0 0 0,0 0 0,0 0 0,1 0 0,-1 0 0,0 0 0,0 1 0,0-1 0,0 0 0,0 0 0,0 0 0,1 0 0,-1 0 0,0 0 0,0 0 0,0 0 0,0 0 0,0 0 0,1 0 0,-1 0 0,0 0 0,0-1 0,0 1 0,0 0 0,0 0 0,0 0 0,0 0 0,1 0 0,-1 0 0,0 0 0,0 0 0,0 0 0,0 0 0,0 0 0,0-1 0,0 1 0,0 0 0,0 0 0,1 0 0,-1 0 0,0 0 0,0 0 0,0 0 0,0-1 0,0 1 0,0 0 0,0 0 0,0 0 0,0 0 0,0 0 0,0-1 0,7-10 0,0-12 0,0 0 0,6-40 0,4-16 0,45-178 0,-48 194 0,-13 57 0,4-19 0,1-1 0,2 1 0,14-33 0,-22 57 0,0 0 0,0 1 0,1-1 0,-1 1 0,0-1 0,1 0 0,-1 1 0,0-1 0,1 1 0,-1-1 0,1 1 0,-1-1 0,1 1 0,-1 0 0,1-1 0,-1 1 0,1-1 0,-1 1 0,1 0 0,-1 0 0,1-1 0,1 1 0,5 9 0,-1 23 0,-1 39 0,-9 133 0,-10-113 0,8-56 0,-3 38 0,10 108 0,-3 42 0,2-219 0,-1 0 0,1 0 0,-1 0 0,0 0 0,0 0 0,0 0 0,0 0 0,-1 0 0,1 0 0,-1 0 0,0-1 0,0 1 0,-1-1 0,1 0 0,-1 1 0,0-1 0,0 0 0,-4 4 0,1-4 0,0 0 0,1-1 0,-1 1 0,0-1 0,0 0 0,0-1 0,0 1 0,-1-1 0,1 0 0,0-1 0,-10 0 0,-226-5 0,237 5 31,0-1 0,0 1 0,0-1 0,0-1 0,0 1 0,0 0 0,0-1 0,1 0 1,-1 0-1,-8-6 0,10 5-145,1 1 0,-1-1 0,0 0 0,1 0 1,0 0-1,0 0 0,0 0 0,0 0 1,0 0-1,1-1 0,-1 1 0,1-1 1,0 1-1,-1-8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39:12.47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0 184 24575,'6'5'0,"0"0"0,0-1 0,1 1 0,-1-1 0,1-1 0,0 1 0,13 4 0,56 12 0,-59-16 0,38 8 0,1-3 0,88 2 0,116-12 0,-95-2 0,-135 3 0,46-1 0,0 4 0,85 13 0,-99-8 0,1-3 0,93-5 0,-74-1 0,-55-1 0,-1-1 0,1-2 0,-1 0 0,36-13 0,41-8 0,-67 19 0,14-2 0,100-7 0,436 17 0,-540 2 0,87 15 0,-91-11 0,-3 1 0,39 14 0,-52-14 0,0-1 0,1-1 0,-1-1 0,39 3 0,536-8 0,-266-2 0,-327 2 0,0 1 0,0 0 0,0 0 0,0 1 0,0 0 0,0 1 0,0-1 0,-1 1 0,1 1 0,-1-1 0,7 6 0,-3-4 0,1 0 0,-1 0 0,1-1 0,0-1 0,0 0 0,0-1 0,13 1 0,87 0 0,-96-4 0,-13 1 0,1 0 0,0 0 0,-1 0 0,1 1 0,0-1 0,-1 1 0,1 0 0,0 0 0,-1 0 0,1 0 0,-1 1 0,0 0 0,1-1 0,-1 1 0,0 0 0,0 0 0,0 1 0,0-1 0,-1 1 0,1-1 0,-1 1 0,1 0 0,-1 0 0,0 0 0,0 0 0,0 1 0,-1-1 0,1 0 0,-1 1 0,0-1 0,1 1 0,-2-1 0,1 1 0,0 0 0,-1-1 0,0 1 0,1 0 0,-2-1 0,1 1 0,0 0 0,-1 0 0,0 3 0,0-2 0,0 0 0,0-1 0,-1 1 0,1 0 0,-1-1 0,0 0 0,0 1 0,0-1 0,-1 0 0,1 0 0,-1 0 0,0 0 0,0-1 0,-1 1 0,1-1 0,-1 0 0,1 0 0,-9 5 0,2-3 0,0-1 0,0 0 0,0-1 0,0 0 0,-1 0 0,1-1 0,-15 0 0,-30 5 0,30-2 0,-1-2 0,1-1 0,-1 0 0,0-2 0,1-2 0,-48-7 0,23-5 0,1-3 0,-65-32 0,99 44 0,0 0 0,-28-6 0,33 10 0,0-1 0,-1-1 0,1 0 0,0 0 0,0-1 0,1 0 0,-1-1 0,-12-9 0,2 1 0,0 0 0,-1 1 0,-36-15 0,29 14 0,-38-23 0,50 27 0,1 1 0,-2 0 0,1 1 0,-1 1 0,1 0 0,-2 1 0,1 1 0,-33-3 0,21 5 0,0 1 0,0 1 0,-1 2 0,-45 9 0,22-3 0,-64 0 0,36-3 0,-6 10 0,60-10 0,-41 4 0,68-9 0,-42 1 0,-1 2 0,1 2 0,0 2 0,-41 12 0,-284 87 0,311-96 0,42-9 0,0 1 0,0 1 0,0 0 0,1 1 0,-21 9 0,21-7 0,-1-1 0,0 0 0,-1 0 0,1-2 0,-26 4 0,-73-2 0,-3 0 0,14 8 0,-384 29 0,459-39 0,-1 0 0,1 2 0,0 1 0,1 1 0,-1 2 0,-29 13 0,16-7 0,19-9 0,0-1 0,0-1 0,-1-1 0,1 0 0,-40-2 0,34-1 0,0 1 0,0 1 0,-28 7 0,24-4 0,-52 4 0,36-5 0,37-1 0,-1 0 0,1 1 0,0 0 0,0 1 0,1 0 0,-1 0 0,1 1 0,0 0 0,-9 8 0,17-13 0,-1 1 0,1-1 0,0 1 0,-1-1 0,1 1 0,0-1 0,0 1 0,0 0 0,0-1 0,0 1 0,0 0 0,0 0 0,1 0 0,-1-1 0,1 1 0,-1 0 0,1 0 0,0 0 0,0 0 0,0 0 0,0 0 0,0 0 0,0 0 0,1 0 0,-1 0 0,0 0 0,1 0 0,0 0 0,-1-1 0,1 1 0,0 0 0,0 0 0,0-1 0,0 1 0,0 0 0,1-1 0,-1 1 0,0-1 0,2 2 0,2 2 0,0 0 0,1 0 0,0 0 0,-1-1 0,2 0 0,-1 0 0,0 0 0,1-1 0,9 4 0,9-2 0,1 0 0,-1-2 0,1-1 0,0-1 0,0-1 0,31-4 0,20 0 0,-44 4 0,46-1 0,130-16 0,-126 7 0,-1 5 0,114 6 0,-67 1 0,-80-1 0,66-4 0,-100 2 0,-1-1 0,0-1 0,1 0 0,-1-1 0,25-11 0,-9 4 0,0 1 0,0 2 0,55-9 0,-53 11 0,151-23 0,-99 17 0,26-6 0,-70 12 0,0 1 0,1 2 0,81 5 0,38-1 0,-74-16 0,-60 10 0,41-4 0,369 6 0,-225 5 0,398-2 0,-597 0 0,1 1 0,-1 0 0,0 1 0,0 0 0,0 1 0,-1 0 0,1 1 0,-1 0 0,22 12 0,24 6 0,-57-21 0,1-1 0,-1 1 0,0-1 0,0 1 0,1-1 0,-1 1 0,0 0 0,0-1 0,0 1 0,0 0 0,0-1 0,0 1 0,0-1 0,0 1 0,0 0 0,0-1 0,0 1 0,0-1 0,0 1 0,-1 0 0,1-1 0,0 1 0,0-1 0,-1 1 0,1 0 0,-9 20 0,7-18 0,0 1 0,0-1 0,0 1 0,0-1 0,-1 1 0,1-1 0,-1 0 0,0 0 0,0 0 0,0-1 0,0 1 0,-1 0 0,1-1 0,-1 0 0,0 0 0,1 0 0,-1-1 0,0 1 0,0-1 0,0 0 0,0 0 0,0 0 0,0 0 0,-1-1 0,1 0 0,0 0 0,0 0 0,0 0 0,0-1 0,-6 0 0,-12-4 0,0 0 0,0-1 0,1-1 0,-23-11 0,29 12 0,-29-12 0,23 7 0,-2 2 0,1 1 0,-1 1 0,0 0 0,-44-5 0,-46 12 0,77 1 0,-66-5 0,84 1 0,1-2 0,-1 0 0,-23-10 0,24 8 0,1 1 0,-1 0 0,-32-5 0,-2 7 0,0 2 0,-81 7 0,42 10 0,60-9 0,-45 4 0,-40-9 0,69-2 0,1 2 0,-69 10 0,59-2 0,1-3 0,-86-2 0,113-2 0,0 0 0,-35 8 0,-21 2 0,-43 4 0,69-7 0,-75 1 0,131-10 0,-60-1 0,0 4 0,-81 12 0,73 0 0,30-6 0,-1-1 0,-50 2 0,84-10 0,-74 3 0,-88-7 0,164 3 0,1 0 0,-1 0 0,0-1 0,1 1 0,-1-1 0,1 0 0,-1 0 0,1 0 0,0 0 0,0 0 0,0-1 0,0 0 0,0 1 0,1-1 0,-1 0 0,1 0 0,0-1 0,0 1 0,0 0 0,0-1 0,0 1 0,-1-5 0,-4-12 0,0 0 0,-7-38 0,11 48 0,-5-29 0,2 0 0,1 0 0,1-54 0,5 72 0,0 0 0,1 1 0,1-1 0,1 1 0,1 0 0,0 0 0,2 0 0,10-22 0,-10 30 0,1 0 0,0 0 0,1 1 0,0 0 0,1 1 0,0 0 0,17-13 0,6-2 0,47-26 0,-56 38 0,1 1 0,0 2 0,0 0 0,1 1 0,0 2 0,31-5 0,-9 5 0,1 2 0,75 2 0,-116 3 0,0 1 0,1 0 0,-1 0 0,0 0 0,0 1 0,0 1 0,0-1 0,0 1 0,0 1 0,-1-1 0,1 1 0,-1 1 0,0-1 0,0 1 0,-1 0 0,1 1 0,-1 0 0,0 0 0,-1 0 0,0 0 0,0 1 0,5 8 0,6 13 0,-2 0 0,-1 2 0,-1-1 0,-1 1 0,-2 1 0,-1 0 0,-2 0 0,-1 1 0,3 59 0,-9-84 0,1 0 0,1 0 0,-1 0 0,1 0 0,0 0 0,1 0 0,0 0 0,0 0 0,0 0 0,1 0 0,0-1 0,0 0 0,1 1 0,0-1 0,0 0 0,0-1 0,1 1 0,-1-1 0,2 0 0,-1 0 0,0 0 0,1-1 0,0 0 0,0 0 0,0 0 0,0-1 0,1 0 0,-1 0 0,1-1 0,0 0 0,8 2 0,29 3 0,-1-1 0,82-2 0,7 2 0,-65 0 0,182 23 0,-39-4 0,-141-15 0,-40-7 0,-1 1 0,0 1 0,0 2 0,46 17 0,-68-21 0,0-1 0,0 1 0,0 1 0,0-1 0,0 1 0,-1 0 0,1 0 0,-1 0 0,0 1 0,-1 0 0,1 0 0,-1 0 0,0 0 0,0 1 0,-1 0 0,1 0 0,-1 0 0,-1 0 0,1 0 0,-1 0 0,0 1 0,0-1 0,-1 1 0,0 0 0,1 7 0,0 37 0,-1-51 0,-1 0 0,0 0 0,0 0 0,0 0 0,0 0 0,1 0 0,-1-1 0,0 1 0,0 0 0,0 0 0,0 0 0,1 0 0,-1 0 0,0 0 0,0 0 0,0 0 0,1 0 0,-1 0 0,0 0 0,0 0 0,0 0 0,1 0 0,-1 0 0,0 0 0,0 0 0,0 0 0,1 0 0,-1 0 0,0 0 0,0 0 0,0 0 0,0 0 0,1 0 0,-1 1 0,0-1 0,0 0 0,0 0 0,0 0 0,1 0 0,-1 0 0,0 1 0,0-1 0,0 0 0,0 0 0,0 0 0,0 0 0,0 1 0,1-1 0,6-20 0,-6 13 0,1 1 0,0 0 0,0 0 0,1 0 0,-1 0 0,1 1 0,1-1 0,-1 1 0,1 0 0,0-1 0,0 2 0,1-1 0,-1 0 0,1 1 0,0 0 0,0 0 0,0 1 0,1-1 0,0 1 0,-1 0 0,1 0 0,0 1 0,0 0 0,0 0 0,11-2 0,46-8 0,1 3 0,79-3 0,130 12 0,18-1 0,-166-13 0,12-1 0,-125 14 0,-2 1 0,1-1 0,-1 2 0,0-1 0,1 1 0,13 4 0,-23-5 0,-1 0 0,1 0 0,-1 0 0,1 0 0,-1 0 0,1 0 0,0 0 0,-1 0 0,1 0 0,-1 0 0,1 0 0,-1 1 0,1-1 0,-1 0 0,1 0 0,-1 1 0,1-1 0,-1 0 0,0 1 0,1-1 0,-1 1 0,1-1 0,-1 0 0,0 1 0,0-1 0,1 1 0,-1-1 0,0 1 0,1-1 0,-1 1 0,0-1 0,0 1 0,0-1 0,0 1 0,0-1 0,0 1 0,1-1 0,-1 1 0,0 0 0,-1-1 0,1 1 0,0-1 0,0 1 0,0-1 0,0 1 0,0-1 0,0 1 0,-1-1 0,1 1 0,0-1 0,0 1 0,-1-1 0,1 1 0,0-1 0,-1 0 0,1 1 0,-1 0 0,-2 1 0,0 1 0,0-1 0,0 0 0,0 0 0,0 0 0,0 0 0,-6 1 0,-6 2 0,-1 0 0,1-2 0,-1 0 0,0-1 0,0 0 0,0-2 0,0 0 0,-29-3 0,7-3 0,0-2 0,-56-18 0,-72-13 0,151 36 0,-43-4 0,-1 2 0,-116 5 0,68 2 0,18-3 0,36-1 0,0 2 0,-107 15 0,141-11 0,-5 0 0,1 1 0,0 2 0,-42 16 0,47-16 0,0 0 0,-1-1 0,0-1 0,0 0 0,-1-2 0,-26 2 0,-120-5 0,75-3 0,-66 4 0,-199 27 0,217-7 0,-135 16 0,-108-30 0,221-9 0,-326 2 0,481 0 0,-7 0 0,0 0 0,0-1 0,-20-4 0,30 4 0,0 1 0,0-1 0,1 0 0,-1 0 0,0 0 0,0-1 0,1 1 0,-1 0 0,1-1 0,-1 0 0,1 0 0,0 0 0,0 0 0,0 0 0,0 0 0,0 0 0,0-1 0,0 1 0,1-1 0,-1 1 0,-1-5 0,0-4 0,0-2 0,0 1 0,1 0 0,1-1 0,0 1 0,1-1 0,0 1 0,3-19 0,-1 11 0,2 1 0,1-1 0,0 1 0,13-31 0,-13 40 0,0 1 0,0-1 0,1 1 0,0 0 0,1 1 0,0-1 0,0 1 0,1 1 0,0-1 0,17-11 0,-10 10 0,-1 1 0,2 0 0,-1 1 0,1 1 0,0 0 0,21-4 0,13 1 0,0 2 0,0 3 0,82 2 0,-94 3 0,122-3 0,-133 0 0,-1-2 0,1 0 0,51-16 0,145-43 0,2 0 0,-198 56 0,0 0 0,48-4 0,-48 8 0,-1-1 0,0-2 0,27-8 0,8-5 0,97-16 0,-138 31 0,-13 2 342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39:12.47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0 184 24575,'6'5'0,"0"0"0,0-1 0,1 1 0,-1-1 0,1-1 0,0 1 0,13 4 0,56 12 0,-59-16 0,38 8 0,1-3 0,88 2 0,116-12 0,-95-2 0,-135 3 0,46-1 0,0 4 0,85 13 0,-99-8 0,1-3 0,93-5 0,-74-1 0,-55-1 0,-1-1 0,1-2 0,-1 0 0,36-13 0,41-8 0,-67 19 0,14-2 0,100-7 0,436 17 0,-540 2 0,87 15 0,-91-11 0,-3 1 0,39 14 0,-52-14 0,0-1 0,1-1 0,-1-1 0,39 3 0,536-8 0,-266-2 0,-327 2 0,0 1 0,0 0 0,0 0 0,0 1 0,0 0 0,0 1 0,0-1 0,-1 1 0,1 1 0,-1-1 0,7 6 0,-3-4 0,1 0 0,-1 0 0,1-1 0,0-1 0,0 0 0,0-1 0,13 1 0,87 0 0,-96-4 0,-13 1 0,1 0 0,0 0 0,-1 0 0,1 1 0,0-1 0,-1 1 0,1 0 0,0 0 0,-1 0 0,1 0 0,-1 1 0,0 0 0,1-1 0,-1 1 0,0 0 0,0 0 0,0 1 0,0-1 0,-1 1 0,1-1 0,-1 1 0,1 0 0,-1 0 0,0 0 0,0 0 0,0 1 0,-1-1 0,1 0 0,-1 1 0,0-1 0,1 1 0,-2-1 0,1 1 0,0 0 0,-1-1 0,0 1 0,1 0 0,-2-1 0,1 1 0,0 0 0,-1 0 0,0 3 0,0-2 0,0 0 0,0-1 0,-1 1 0,1 0 0,-1-1 0,0 0 0,0 1 0,0-1 0,-1 0 0,1 0 0,-1 0 0,0 0 0,0-1 0,-1 1 0,1-1 0,-1 0 0,1 0 0,-9 5 0,2-3 0,0-1 0,0 0 0,0-1 0,0 0 0,-1 0 0,1-1 0,-15 0 0,-30 5 0,30-2 0,-1-2 0,1-1 0,-1 0 0,0-2 0,1-2 0,-48-7 0,23-5 0,1-3 0,-65-32 0,99 44 0,0 0 0,-28-6 0,33 10 0,0-1 0,-1-1 0,1 0 0,0 0 0,0-1 0,1 0 0,-1-1 0,-12-9 0,2 1 0,0 0 0,-1 1 0,-36-15 0,29 14 0,-38-23 0,50 27 0,1 1 0,-2 0 0,1 1 0,-1 1 0,1 0 0,-2 1 0,1 1 0,-33-3 0,21 5 0,0 1 0,0 1 0,-1 2 0,-45 9 0,22-3 0,-64 0 0,36-3 0,-6 10 0,60-10 0,-41 4 0,68-9 0,-42 1 0,-1 2 0,1 2 0,0 2 0,-41 12 0,-284 87 0,311-96 0,42-9 0,0 1 0,0 1 0,0 0 0,1 1 0,-21 9 0,21-7 0,-1-1 0,0 0 0,-1 0 0,1-2 0,-26 4 0,-73-2 0,-3 0 0,14 8 0,-384 29 0,459-39 0,-1 0 0,1 2 0,0 1 0,1 1 0,-1 2 0,-29 13 0,16-7 0,19-9 0,0-1 0,0-1 0,-1-1 0,1 0 0,-40-2 0,34-1 0,0 1 0,0 1 0,-28 7 0,24-4 0,-52 4 0,36-5 0,37-1 0,-1 0 0,1 1 0,0 0 0,0 1 0,1 0 0,-1 0 0,1 1 0,0 0 0,-9 8 0,17-13 0,-1 1 0,1-1 0,0 1 0,-1-1 0,1 1 0,0-1 0,0 1 0,0 0 0,0-1 0,0 1 0,0 0 0,0 0 0,1 0 0,-1-1 0,1 1 0,-1 0 0,1 0 0,0 0 0,0 0 0,0 0 0,0 0 0,0 0 0,0 0 0,1 0 0,-1 0 0,0 0 0,1 0 0,0 0 0,-1-1 0,1 1 0,0 0 0,0 0 0,0-1 0,0 1 0,0 0 0,1-1 0,-1 1 0,0-1 0,2 2 0,2 2 0,0 0 0,1 0 0,0 0 0,-1-1 0,2 0 0,-1 0 0,0 0 0,1-1 0,9 4 0,9-2 0,1 0 0,-1-2 0,1-1 0,0-1 0,0-1 0,31-4 0,20 0 0,-44 4 0,46-1 0,130-16 0,-126 7 0,-1 5 0,114 6 0,-67 1 0,-80-1 0,66-4 0,-100 2 0,-1-1 0,0-1 0,1 0 0,-1-1 0,25-11 0,-9 4 0,0 1 0,0 2 0,55-9 0,-53 11 0,151-23 0,-99 17 0,26-6 0,-70 12 0,0 1 0,1 2 0,81 5 0,38-1 0,-74-16 0,-60 10 0,41-4 0,369 6 0,-225 5 0,398-2 0,-597 0 0,1 1 0,-1 0 0,0 1 0,0 0 0,0 1 0,-1 0 0,1 1 0,-1 0 0,22 12 0,24 6 0,-57-21 0,1-1 0,-1 1 0,0-1 0,0 1 0,1-1 0,-1 1 0,0 0 0,0-1 0,0 1 0,0 0 0,0-1 0,0 1 0,0-1 0,0 1 0,0 0 0,0-1 0,0 1 0,0-1 0,0 1 0,-1 0 0,1-1 0,0 1 0,0-1 0,-1 1 0,1 0 0,-9 20 0,7-18 0,0 1 0,0-1 0,0 1 0,0-1 0,-1 1 0,1-1 0,-1 0 0,0 0 0,0 0 0,0-1 0,0 1 0,-1 0 0,1-1 0,-1 0 0,0 0 0,1 0 0,-1-1 0,0 1 0,0-1 0,0 0 0,0 0 0,0 0 0,0 0 0,-1-1 0,1 0 0,0 0 0,0 0 0,0 0 0,0-1 0,-6 0 0,-12-4 0,0 0 0,0-1 0,1-1 0,-23-11 0,29 12 0,-29-12 0,23 7 0,-2 2 0,1 1 0,-1 1 0,0 0 0,-44-5 0,-46 12 0,77 1 0,-66-5 0,84 1 0,1-2 0,-1 0 0,-23-10 0,24 8 0,1 1 0,-1 0 0,-32-5 0,-2 7 0,0 2 0,-81 7 0,42 10 0,60-9 0,-45 4 0,-40-9 0,69-2 0,1 2 0,-69 10 0,59-2 0,1-3 0,-86-2 0,113-2 0,0 0 0,-35 8 0,-21 2 0,-43 4 0,69-7 0,-75 1 0,131-10 0,-60-1 0,0 4 0,-81 12 0,73 0 0,30-6 0,-1-1 0,-50 2 0,84-10 0,-74 3 0,-88-7 0,164 3 0,1 0 0,-1 0 0,0-1 0,1 1 0,-1-1 0,1 0 0,-1 0 0,1 0 0,0 0 0,0 0 0,0-1 0,0 0 0,0 1 0,1-1 0,-1 0 0,1 0 0,0-1 0,0 1 0,0 0 0,0-1 0,0 1 0,-1-5 0,-4-12 0,0 0 0,-7-38 0,11 48 0,-5-29 0,2 0 0,1 0 0,1-54 0,5 72 0,0 0 0,1 1 0,1-1 0,1 1 0,1 0 0,0 0 0,2 0 0,10-22 0,-10 30 0,1 0 0,0 0 0,1 1 0,0 0 0,1 1 0,0 0 0,17-13 0,6-2 0,47-26 0,-56 38 0,1 1 0,0 2 0,0 0 0,1 1 0,0 2 0,31-5 0,-9 5 0,1 2 0,75 2 0,-116 3 0,0 1 0,1 0 0,-1 0 0,0 0 0,0 1 0,0 1 0,0-1 0,0 1 0,0 1 0,-1-1 0,1 1 0,-1 1 0,0-1 0,0 1 0,-1 0 0,1 1 0,-1 0 0,0 0 0,-1 0 0,0 0 0,0 1 0,5 8 0,6 13 0,-2 0 0,-1 2 0,-1-1 0,-1 1 0,-2 1 0,-1 0 0,-2 0 0,-1 1 0,3 59 0,-9-84 0,1 0 0,1 0 0,-1 0 0,1 0 0,0 0 0,1 0 0,0 0 0,0 0 0,0 0 0,1 0 0,0-1 0,0 0 0,1 1 0,0-1 0,0 0 0,0-1 0,1 1 0,-1-1 0,2 0 0,-1 0 0,0 0 0,1-1 0,0 0 0,0 0 0,0 0 0,0-1 0,1 0 0,-1 0 0,1-1 0,0 0 0,8 2 0,29 3 0,-1-1 0,82-2 0,7 2 0,-65 0 0,182 23 0,-39-4 0,-141-15 0,-40-7 0,-1 1 0,0 1 0,0 2 0,46 17 0,-68-21 0,0-1 0,0 1 0,0 1 0,0-1 0,0 1 0,-1 0 0,1 0 0,-1 0 0,0 1 0,-1 0 0,1 0 0,-1 0 0,0 0 0,0 1 0,-1 0 0,1 0 0,-1 0 0,-1 0 0,1 0 0,-1 0 0,0 1 0,0-1 0,-1 1 0,0 0 0,1 7 0,0 37 0,-1-51 0,-1 0 0,0 0 0,0 0 0,0 0 0,0 0 0,1 0 0,-1-1 0,0 1 0,0 0 0,0 0 0,0 0 0,1 0 0,-1 0 0,0 0 0,0 0 0,0 0 0,1 0 0,-1 0 0,0 0 0,0 0 0,0 0 0,1 0 0,-1 0 0,0 0 0,0 0 0,0 0 0,1 0 0,-1 0 0,0 0 0,0 0 0,0 0 0,0 0 0,1 0 0,-1 1 0,0-1 0,0 0 0,0 0 0,0 0 0,1 0 0,-1 0 0,0 1 0,0-1 0,0 0 0,0 0 0,0 0 0,0 0 0,0 1 0,1-1 0,6-20 0,-6 13 0,1 1 0,0 0 0,0 0 0,1 0 0,-1 0 0,1 1 0,1-1 0,-1 1 0,1 0 0,0-1 0,0 2 0,1-1 0,-1 0 0,1 1 0,0 0 0,0 0 0,0 1 0,1-1 0,0 1 0,-1 0 0,1 0 0,0 1 0,0 0 0,0 0 0,11-2 0,46-8 0,1 3 0,79-3 0,130 12 0,18-1 0,-166-13 0,12-1 0,-125 14 0,-2 1 0,1-1 0,-1 2 0,0-1 0,1 1 0,13 4 0,-23-5 0,-1 0 0,1 0 0,-1 0 0,1 0 0,-1 0 0,1 0 0,0 0 0,-1 0 0,1 0 0,-1 0 0,1 0 0,-1 1 0,1-1 0,-1 0 0,1 0 0,-1 1 0,1-1 0,-1 0 0,0 1 0,1-1 0,-1 1 0,1-1 0,-1 0 0,0 1 0,0-1 0,1 1 0,-1-1 0,0 1 0,1-1 0,-1 1 0,0-1 0,0 1 0,0-1 0,0 1 0,0-1 0,0 1 0,1-1 0,-1 1 0,0 0 0,-1-1 0,1 1 0,0-1 0,0 1 0,0-1 0,0 1 0,0-1 0,0 1 0,-1-1 0,1 1 0,0-1 0,0 1 0,-1-1 0,1 1 0,0-1 0,-1 0 0,1 1 0,-1 0 0,-2 1 0,0 1 0,0-1 0,0 0 0,0 0 0,0 0 0,0 0 0,-6 1 0,-6 2 0,-1 0 0,1-2 0,-1 0 0,0-1 0,0 0 0,0-2 0,0 0 0,-29-3 0,7-3 0,0-2 0,-56-18 0,-72-13 0,151 36 0,-43-4 0,-1 2 0,-116 5 0,68 2 0,18-3 0,36-1 0,0 2 0,-107 15 0,141-11 0,-5 0 0,1 1 0,0 2 0,-42 16 0,47-16 0,0 0 0,-1-1 0,0-1 0,0 0 0,-1-2 0,-26 2 0,-120-5 0,75-3 0,-66 4 0,-199 27 0,217-7 0,-135 16 0,-108-30 0,221-9 0,-326 2 0,481 0 0,-7 0 0,0 0 0,0-1 0,-20-4 0,30 4 0,0 1 0,0-1 0,1 0 0,-1 0 0,0 0 0,0-1 0,1 1 0,-1 0 0,1-1 0,-1 0 0,1 0 0,0 0 0,0 0 0,0 0 0,0 0 0,0 0 0,0-1 0,0 1 0,1-1 0,-1 1 0,-1-5 0,0-4 0,0-2 0,0 1 0,1 0 0,1-1 0,0 1 0,1-1 0,0 1 0,3-19 0,-1 11 0,2 1 0,1-1 0,0 1 0,13-31 0,-13 40 0,0 1 0,0-1 0,1 1 0,0 0 0,1 1 0,0-1 0,0 1 0,1 1 0,0-1 0,17-11 0,-10 10 0,-1 1 0,2 0 0,-1 1 0,1 1 0,0 0 0,21-4 0,13 1 0,0 2 0,0 3 0,82 2 0,-94 3 0,122-3 0,-133 0 0,-1-2 0,1 0 0,51-16 0,145-43 0,2 0 0,-198 56 0,0 0 0,48-4 0,-48 8 0,-1-1 0,0-2 0,27-8 0,8-5 0,97-16 0,-138 31 0,-13 2 342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42:54.3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18 24537,'4540'0'0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42:59.2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6055 547 24575,'-5'-2'0,"0"1"0,-1-1 0,1 0 0,0-1 0,0 1 0,0-1 0,-6-5 0,0 2 0,-15-7 0,0 2 0,-47-15 0,-30-12 0,51 16 0,-2 2 0,0 2 0,-2 2 0,1 3 0,-90-9 0,-288 7 0,233 0 0,17-1 0,-181 17 0,339 0 0,0 2 0,-35 7 0,-31 4 0,-399-8 0,271-9 0,149 4 0,31 1 0,-1-2 0,1-2 0,-70-11 0,-11-7 0,84 15 0,1 0 0,-67-21 0,23 0 0,0 4 0,-124-18 0,-157-28 0,132 23 0,163 31 0,37 8 0,0 0 0,-52-3 0,-234 9 0,157 1 0,101 2 0,1 2 0,-96 21 0,-178 69 0,199-53 0,115-37 0,-20 5 0,0 2 0,1 1 0,-56 30 0,81-38 0,1 1 0,-1 0 0,1 0 0,1 0 0,-1 1 0,1 0 0,0 1 0,1 0 0,0 0 0,0 0 0,1 1 0,-1 0 0,2 0 0,0 0 0,0 0 0,0 1 0,1-1 0,-2 15 0,3-10 0,0 1 0,1-1 0,1 29 0,1-36 0,0 0 0,0 0 0,1 0 0,-1 0 0,2 0 0,-1-1 0,1 1 0,0-1 0,0 0 0,5 8 0,74 100 0,-76-107-273,-1 1 0,0 0 0,0 1 0,4 10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43:05.3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0 258 24549,'4143'0'0,"-4657"-257"0,1028 514 0,-1028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43:08.18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2639 32 24575,'-1526'0'0,"1317"-16"0,2 1 0,-490 16-1365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43:13.7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93 24575,'116'1'0,"128"-3"0,-86-18 0,-117 13 0,119-24 0,-103 18 0,-36 8 0,1 0 0,22-1 0,378 2 0,-226 6 0,673-2 0,-863 0 0,14 0 0,0 0 0,0 2 0,21 4 0,-37-6 0,0 1 0,0 0 0,0 0 0,0 0 0,0 1 0,0-1 0,-1 1 0,1 0 0,-1 0 0,1 1 0,-1-1 0,0 0 0,0 1 0,0 0 0,0 0 0,0 0 0,0 0 0,-1 0 0,0 1 0,0-1 0,4 7 0,-6-6 0,1 0 0,-1-1 0,0 1 0,0 0 0,0 0 0,-1-1 0,1 1 0,-1 0 0,0-1 0,0 1 0,0 0 0,0-1 0,-1 1 0,1-1 0,-1 0 0,0 0 0,0 1 0,0-1 0,0 0 0,-5 4 0,-5 7 0,-1-1 0,-25 22 0,-66 42 0,-219 123 0,304-189-114,-2-1 1,0 0-1,0-2 0,-1-1 0,1 0 1,-1-2-1,-1 0 0,1-1 0,-1-2 1,0 0-1,-36-3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43:21.3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752 852 24575,'0'-1'0,"1"1"0,-1-1 0,0 0 0,1 1 0,-1-1 0,1 0 0,-1 1 0,1-1 0,-1 0 0,1 1 0,-1-1 0,1 1 0,-1-1 0,1 1 0,0 0 0,-1-1 0,1 1 0,0 0 0,-1-1 0,1 1 0,0 0 0,0 0 0,1-1 0,21-4 0,-19 4 0,60-8 0,0 3 0,0 3 0,77 6 0,-23 0 0,70-5 0,187 5 0,-188 18 0,-144-15 0,34 9 0,17 1 0,-91-15 0,1-1 0,-1 0 0,1 1 0,-1 0 0,0 0 0,1 0 0,-1 0 0,0 1 0,0-1 0,0 1 0,4 2 0,-6-3 0,-1-1 0,1 1 0,-1-1 0,1 1 0,-1-1 0,1 1 0,-1 0 0,0-1 0,1 1 0,-1 0 0,0-1 0,1 1 0,-1 0 0,0-1 0,0 1 0,0 0 0,0 0 0,0-1 0,0 1 0,0 0 0,0 1 0,0 0 0,-1-1 0,1 1 0,-1 0 0,0-1 0,0 1 0,0-1 0,0 1 0,0-1 0,0 1 0,0-1 0,0 0 0,-3 3 0,-40 34 0,-83 53 0,75-56 0,35-23 0,0-1 0,0-1 0,-2 0 0,1-2 0,-1 0 0,0-1 0,-1 0 0,1-2 0,-1 0 0,-1-2 0,-39 3 0,-213-8 0,112-1 0,144 2 0,1-1 0,0 0 0,-1-1 0,1 0 0,0-2 0,0 0 0,1 0 0,-1-2 0,-19-11 0,-10-9 0,-65-53 0,95 70 0,6 3 0,0 1 0,-1 1 0,0 0 0,-1 0 0,1 1 0,-21-6 0,-69-9 0,71 15 0,-47-4 0,-1 3 0,-101 7 0,51 0 0,-81-2 0,317-5 0,195-36 0,-182 20 0,129-4 0,254 24 0,-232 3 0,1080-2 0,-1278 4 0,0 3 0,0 4 0,76 21 0,-144-31 0,0 2 0,-9-1 0,-23 0 0,-38-1 0,-10-3 0,-127 3 0,194-1 0,-1 1 0,0 0 0,1 0 0,-1 0 0,1 1 0,-1 0 0,1 0 0,0 0 0,-1 1 0,1 0 0,1 0 0,-1 1 0,0 0 0,1 0 0,0 0 0,-9 9 0,14-13 0,-1 1 0,1 0 0,-1-1 0,1 1 0,0 0 0,-1-1 0,1 1 0,0 0 0,-1-1 0,1 1 0,0 0 0,0-1 0,0 1 0,0 0 0,-1 0 0,1-1 0,0 1 0,0 0 0,0 0 0,1-1 0,-1 1 0,0 0 0,0 0 0,0-1 0,0 1 0,1 0 0,-1-1 0,0 1 0,1 1 0,1-1 0,-1 0 0,0 0 0,1 0 0,-1 0 0,1 0 0,-1 0 0,1 0 0,0 0 0,-1 0 0,1-1 0,3 2 0,7 0 0,0 0 0,23 1 0,-31-3 0,319-3 0,-117-26 0,-141 17 0,117-7 0,14-1 0,-120 10 0,66-17 0,-77 13 0,-40 8 0,0 1 0,0 1 0,27-1 0,149-10 0,29 0 0,-199 14 0,37 0 0,-64 2 0,0-1 0,0 1 0,0-1 0,0 1 0,0 0 0,0 1 0,0-1 0,-1 1 0,1-1 0,0 1 0,-1 0 0,7 5 0,-9-6 0,1 1 0,-1-1 0,1 1 0,-1-1 0,0 1 0,0 0 0,0-1 0,0 1 0,0 0 0,0 0 0,-1 0 0,1 0 0,-1 0 0,1 0 0,-1-1 0,1 1 0,-1 0 0,0 0 0,0 0 0,0 4 0,-1-2 0,0-1 0,0 1 0,-1 0 0,1-1 0,-1 1 0,0-1 0,1 1 0,-2-1 0,1 0 0,-3 3 0,-6 7 0,-1-1 0,0 0 0,-25 16 0,35-26 0,-18 12 0,-6 6 0,-36 20 0,53-35 0,-1 0 0,-1 0 0,1-1 0,0-1 0,-1 0 0,0 0 0,-17 2 0,-19 1 0,-57 16 0,63-12 0,1-1 0,-57 3 0,65-10 0,0-2 0,1-1 0,-1-1 0,0-2 0,1-1 0,0-2 0,-45-15 0,-118-40 0,168 55 0,0 1 0,0 1 0,-52-2 0,-85 9 0,61 0 0,29-3 0,-68 2 0,118 1 0,0 1 0,0 0 0,-44 14 0,-145 34 0,79-23 0,82-19 0,-1-2 0,-1-2 0,1-3 0,-61-5 0,26 1 0,75 2 0,-1-1 0,1 0 0,0 0 0,-1-2 0,1 0 0,0 0 0,1-1 0,-1 0 0,1-1 0,-1 0 0,2-1 0,-20-13 0,23 13 0,0 0 0,0-1 0,0 0 0,1 0 0,0 0 0,0-1 0,1 0 0,0 0 0,0 0 0,1-1 0,0 1 0,1-1 0,0 0 0,0 0 0,1-1 0,0 1 0,-1-11 0,-1-69 0,6-91 0,1 49 0,-2 96 0,0 18 0,0-1 0,-4-30 0,2 43 0,0 1 0,0 0 0,0-1 0,0 1 0,-1 0 0,1-1 0,-1 1 0,0 0 0,-1 0 0,1 1 0,-1-1 0,1 0 0,-1 1 0,0-1 0,-6-4 0,-51-28 0,11 7 0,22 10 0,-217-143 0,215 145 0,-1 2 0,0 1 0,-1 1 0,-1 1 0,0 2 0,-61-11 0,28 15 0,0 3 0,-76 5 0,42 0 0,-94-3 0,-163 4 0,297 3 0,-71 18 0,-36 3 0,132-26 0,27-2 0,1 1 0,0 0 0,-1 0 0,1 0 0,-1 1 0,1 0 0,0 0 0,0 1 0,-10 3 0,16-5 0,-1 0 0,1 1 0,-1-1 0,1 0 0,-1 0 0,1 1 0,0-1 0,-1 0 0,1 1 0,0-1 0,-1 1 0,1-1 0,0 0 0,0 1 0,-1-1 0,1 1 0,0-1 0,0 1 0,0-1 0,-1 1 0,1-1 0,0 1 0,0-1 0,0 0 0,0 1 0,0-1 0,0 1 0,0-1 0,0 1 0,0-1 0,0 1 0,0-1 0,1 1 0,-1-1 0,0 1 0,0-1 0,0 1 0,1-1 0,-1 1 0,0-1 0,0 0 0,1 1 0,-1-1 0,0 1 0,1-1 0,-1 0 0,1 1 0,-1-1 0,1 0 0,22 15 0,2-5 0,0-1 0,0-1 0,0-1 0,1-1 0,0-2 0,34 2 0,164-4 0,-130-5 0,261 4 0,143-3 0,-220-25 0,-33 1 0,671 15 0,-592 14 0,-304-3 0,-12-1 0,-1 1 0,1 0 0,-1 1 0,1-1 0,-1 2 0,11 2 0,-17-4 0,-1 0 0,0 0 0,0 0 0,0 0 0,1 0 0,-1 0 0,0 0 0,0 0 0,0 0 0,0 0 0,1 0 0,-1 1 0,0-1 0,0 0 0,0 0 0,0 0 0,1 0 0,-1 0 0,0 1 0,0-1 0,0 0 0,0 0 0,0 0 0,0 0 0,0 1 0,0-1 0,0 0 0,1 0 0,-1 0 0,0 1 0,0-1 0,0 0 0,0 0 0,0 0 0,0 1 0,0-1 0,0 0 0,0 0 0,-1 0 0,1 0 0,0 1 0,0-1 0,0 0 0,0 0 0,0 0 0,0 1 0,0-1 0,-11 10 0,-15 3 0,-14 0 0,-1-2 0,0-1 0,0-3 0,-47 3 0,-6-5 0,0-5 0,-186-23 0,225 15 0,0-2 0,-68-23 0,100 27 0,0 1 0,-1 0 0,1 2 0,-26 0 0,-98 4 0,57 2 0,12-1 0,37 0 0,-1-1 0,1-2 0,-52-9 0,86 9-85,1-1 0,0 1-1,0-1 1,0 0 0,0-1-1,0 0 1,0 0 0,1 0-1,-1 0 1,1-1 0,0 0-1,0 0 1,0-1 0,1 1-1,-8-10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43:34.8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3849 152 24575,'-74'4'0,"-133"23"0,135-14 0,-138 5 0,195-18 0,-107 1 0,-165-22 0,224 15 0,-81 2 0,86 4 0,-106-14 0,-24-10 0,80 11 0,-49 0 0,-23-4 0,83 8 0,-192 5 0,150 6 0,88-1 0,15 0 0,-1-1 0,0-1 0,1-2 0,0-2 0,-65-17 0,68 13 0,0 1 0,0 1 0,-1 2 0,-41-1 0,-141 6 0,100 3 0,43-4 0,-109-16 0,37 4-1365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42:54.3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18 24537,'4540'0'0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42:59.2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6055 547 24575,'-5'-2'0,"0"1"0,-1-1 0,1 0 0,0-1 0,0 1 0,0-1 0,-6-5 0,0 2 0,-15-7 0,0 2 0,-47-15 0,-30-12 0,51 16 0,-2 2 0,0 2 0,-2 2 0,1 3 0,-90-9 0,-288 7 0,233 0 0,17-1 0,-181 17 0,339 0 0,0 2 0,-35 7 0,-31 4 0,-399-8 0,271-9 0,149 4 0,31 1 0,-1-2 0,1-2 0,-70-11 0,-11-7 0,84 15 0,1 0 0,-67-21 0,23 0 0,0 4 0,-124-18 0,-157-28 0,132 23 0,163 31 0,37 8 0,0 0 0,-52-3 0,-234 9 0,157 1 0,101 2 0,1 2 0,-96 21 0,-178 69 0,199-53 0,115-37 0,-20 5 0,0 2 0,1 1 0,-56 30 0,81-38 0,1 1 0,-1 0 0,1 0 0,1 0 0,-1 1 0,1 0 0,0 1 0,1 0 0,0 0 0,0 0 0,1 1 0,-1 0 0,2 0 0,0 0 0,0 0 0,0 1 0,1-1 0,-2 15 0,3-10 0,0 1 0,1-1 0,1 29 0,1-36 0,0 0 0,0 0 0,1 0 0,-1 0 0,2 0 0,-1-1 0,1 1 0,0-1 0,0 0 0,5 8 0,74 100 0,-76-107-273,-1 1 0,0 0 0,0 1 0,4 10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43:05.3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0 258 24549,'4143'0'0,"-4657"-257"0,1028 514 0,-1028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43:08.18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2639 32 24575,'-1526'0'0,"1317"-16"0,2 1 0,-490 16-1365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43:13.7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93 24575,'116'1'0,"128"-3"0,-86-18 0,-117 13 0,119-24 0,-103 18 0,-36 8 0,1 0 0,22-1 0,378 2 0,-226 6 0,673-2 0,-863 0 0,14 0 0,0 0 0,0 2 0,21 4 0,-37-6 0,0 1 0,0 0 0,0 0 0,0 0 0,0 1 0,0-1 0,-1 1 0,1 0 0,-1 0 0,1 1 0,-1-1 0,0 0 0,0 1 0,0 0 0,0 0 0,0 0 0,0 0 0,-1 0 0,0 1 0,0-1 0,4 7 0,-6-6 0,1 0 0,-1-1 0,0 1 0,0 0 0,0 0 0,-1-1 0,1 1 0,-1 0 0,0-1 0,0 1 0,0 0 0,0-1 0,-1 1 0,1-1 0,-1 0 0,0 0 0,0 1 0,0-1 0,0 0 0,-5 4 0,-5 7 0,-1-1 0,-25 22 0,-66 42 0,-219 123 0,304-189-114,-2-1 1,0 0-1,0-2 0,-1-1 0,1 0 1,-1-2-1,-1 0 0,1-1 0,-1-2 1,0 0-1,-36-3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43:21.3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752 852 24575,'0'-1'0,"1"1"0,-1-1 0,0 0 0,1 1 0,-1-1 0,1 0 0,-1 1 0,1-1 0,-1 0 0,1 1 0,-1-1 0,1 1 0,-1-1 0,1 1 0,0 0 0,-1-1 0,1 1 0,0 0 0,-1-1 0,1 1 0,0 0 0,0 0 0,1-1 0,21-4 0,-19 4 0,60-8 0,0 3 0,0 3 0,77 6 0,-23 0 0,70-5 0,187 5 0,-188 18 0,-144-15 0,34 9 0,17 1 0,-91-15 0,1-1 0,-1 0 0,1 1 0,-1 0 0,0 0 0,1 0 0,-1 0 0,0 1 0,0-1 0,0 1 0,4 2 0,-6-3 0,-1-1 0,1 1 0,-1-1 0,1 1 0,-1-1 0,1 1 0,-1 0 0,0-1 0,1 1 0,-1 0 0,0-1 0,1 1 0,-1 0 0,0-1 0,0 1 0,0 0 0,0 0 0,0-1 0,0 1 0,0 0 0,0 1 0,0 0 0,-1-1 0,1 1 0,-1 0 0,0-1 0,0 1 0,0-1 0,0 1 0,0-1 0,0 1 0,0-1 0,0 0 0,-3 3 0,-40 34 0,-83 53 0,75-56 0,35-23 0,0-1 0,0-1 0,-2 0 0,1-2 0,-1 0 0,0-1 0,-1 0 0,1-2 0,-1 0 0,-1-2 0,-39 3 0,-213-8 0,112-1 0,144 2 0,1-1 0,0 0 0,-1-1 0,1 0 0,0-2 0,0 0 0,1 0 0,-1-2 0,-19-11 0,-10-9 0,-65-53 0,95 70 0,6 3 0,0 1 0,-1 1 0,0 0 0,-1 0 0,1 1 0,-21-6 0,-69-9 0,71 15 0,-47-4 0,-1 3 0,-101 7 0,51 0 0,-81-2 0,317-5 0,195-36 0,-182 20 0,129-4 0,254 24 0,-232 3 0,1080-2 0,-1278 4 0,0 3 0,0 4 0,76 21 0,-144-31 0,0 2 0,-9-1 0,-23 0 0,-38-1 0,-10-3 0,-127 3 0,194-1 0,-1 1 0,0 0 0,1 0 0,-1 0 0,1 1 0,-1 0 0,1 0 0,0 0 0,-1 1 0,1 0 0,1 0 0,-1 1 0,0 0 0,1 0 0,0 0 0,-9 9 0,14-13 0,-1 1 0,1 0 0,-1-1 0,1 1 0,0 0 0,-1-1 0,1 1 0,0 0 0,-1-1 0,1 1 0,0 0 0,0-1 0,0 1 0,0 0 0,-1 0 0,1-1 0,0 1 0,0 0 0,0 0 0,1-1 0,-1 1 0,0 0 0,0 0 0,0-1 0,0 1 0,1 0 0,-1-1 0,0 1 0,1 1 0,1-1 0,-1 0 0,0 0 0,1 0 0,-1 0 0,1 0 0,-1 0 0,1 0 0,0 0 0,-1 0 0,1-1 0,3 2 0,7 0 0,0 0 0,23 1 0,-31-3 0,319-3 0,-117-26 0,-141 17 0,117-7 0,14-1 0,-120 10 0,66-17 0,-77 13 0,-40 8 0,0 1 0,0 1 0,27-1 0,149-10 0,29 0 0,-199 14 0,37 0 0,-64 2 0,0-1 0,0 1 0,0-1 0,0 1 0,0 0 0,0 1 0,0-1 0,-1 1 0,1-1 0,0 1 0,-1 0 0,7 5 0,-9-6 0,1 1 0,-1-1 0,1 1 0,-1-1 0,0 1 0,0 0 0,0-1 0,0 1 0,0 0 0,0 0 0,-1 0 0,1 0 0,-1 0 0,1 0 0,-1-1 0,1 1 0,-1 0 0,0 0 0,0 0 0,0 4 0,-1-2 0,0-1 0,0 1 0,-1 0 0,1-1 0,-1 1 0,0-1 0,1 1 0,-2-1 0,1 0 0,-3 3 0,-6 7 0,-1-1 0,0 0 0,-25 16 0,35-26 0,-18 12 0,-6 6 0,-36 20 0,53-35 0,-1 0 0,-1 0 0,1-1 0,0-1 0,-1 0 0,0 0 0,-17 2 0,-19 1 0,-57 16 0,63-12 0,1-1 0,-57 3 0,65-10 0,0-2 0,1-1 0,-1-1 0,0-2 0,1-1 0,0-2 0,-45-15 0,-118-40 0,168 55 0,0 1 0,0 1 0,-52-2 0,-85 9 0,61 0 0,29-3 0,-68 2 0,118 1 0,0 1 0,0 0 0,-44 14 0,-145 34 0,79-23 0,82-19 0,-1-2 0,-1-2 0,1-3 0,-61-5 0,26 1 0,75 2 0,-1-1 0,1 0 0,0 0 0,-1-2 0,1 0 0,0 0 0,1-1 0,-1 0 0,1-1 0,-1 0 0,2-1 0,-20-13 0,23 13 0,0 0 0,0-1 0,0 0 0,1 0 0,0 0 0,0-1 0,1 0 0,0 0 0,0 0 0,1-1 0,0 1 0,1-1 0,0 0 0,0 0 0,1-1 0,0 1 0,-1-11 0,-1-69 0,6-91 0,1 49 0,-2 96 0,0 18 0,0-1 0,-4-30 0,2 43 0,0 1 0,0 0 0,0-1 0,0 1 0,-1 0 0,1-1 0,-1 1 0,0 0 0,-1 0 0,1 1 0,-1-1 0,1 0 0,-1 1 0,0-1 0,-6-4 0,-51-28 0,11 7 0,22 10 0,-217-143 0,215 145 0,-1 2 0,0 1 0,-1 1 0,-1 1 0,0 2 0,-61-11 0,28 15 0,0 3 0,-76 5 0,42 0 0,-94-3 0,-163 4 0,297 3 0,-71 18 0,-36 3 0,132-26 0,27-2 0,1 1 0,0 0 0,-1 0 0,1 0 0,-1 1 0,1 0 0,0 0 0,0 1 0,-10 3 0,16-5 0,-1 0 0,1 1 0,-1-1 0,1 0 0,-1 0 0,1 1 0,0-1 0,-1 0 0,1 1 0,0-1 0,-1 1 0,1-1 0,0 0 0,0 1 0,-1-1 0,1 1 0,0-1 0,0 1 0,0-1 0,-1 1 0,1-1 0,0 1 0,0-1 0,0 0 0,0 1 0,0-1 0,0 1 0,0-1 0,0 1 0,0-1 0,0 1 0,0-1 0,1 1 0,-1-1 0,0 1 0,0-1 0,0 1 0,1-1 0,-1 1 0,0-1 0,0 0 0,1 1 0,-1-1 0,0 1 0,1-1 0,-1 0 0,1 1 0,-1-1 0,1 0 0,22 15 0,2-5 0,0-1 0,0-1 0,0-1 0,1-1 0,0-2 0,34 2 0,164-4 0,-130-5 0,261 4 0,143-3 0,-220-25 0,-33 1 0,671 15 0,-592 14 0,-304-3 0,-12-1 0,-1 1 0,1 0 0,-1 1 0,1-1 0,-1 2 0,11 2 0,-17-4 0,-1 0 0,0 0 0,0 0 0,0 0 0,1 0 0,-1 0 0,0 0 0,0 0 0,0 0 0,0 0 0,1 0 0,-1 1 0,0-1 0,0 0 0,0 0 0,0 0 0,1 0 0,-1 0 0,0 1 0,0-1 0,0 0 0,0 0 0,0 0 0,0 0 0,0 1 0,0-1 0,0 0 0,1 0 0,-1 0 0,0 1 0,0-1 0,0 0 0,0 0 0,0 0 0,0 1 0,0-1 0,0 0 0,0 0 0,-1 0 0,1 0 0,0 1 0,0-1 0,0 0 0,0 0 0,0 0 0,0 1 0,0-1 0,-11 10 0,-15 3 0,-14 0 0,-1-2 0,0-1 0,0-3 0,-47 3 0,-6-5 0,0-5 0,-186-23 0,225 15 0,0-2 0,-68-23 0,100 27 0,0 1 0,-1 0 0,1 2 0,-26 0 0,-98 4 0,57 2 0,12-1 0,37 0 0,-1-1 0,1-2 0,-52-9 0,86 9-85,1-1 0,0 1-1,0-1 1,0 0 0,0-1-1,0 0 1,0 0 0,1 0-1,-1 0 1,1-1 0,0 0-1,0 0 1,0-1 0,1 1-1,-8-10 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43:34.8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3849 152 24575,'-74'4'0,"-133"23"0,135-14 0,-138 5 0,195-18 0,-107 1 0,-165-22 0,224 15 0,-81 2 0,86 4 0,-106-14 0,-24-10 0,80 11 0,-49 0 0,-23-4 0,83 8 0,-192 5 0,150 6 0,88-1 0,15 0 0,-1-1 0,0-1 0,1-2 0,0-2 0,-65-17 0,68 13 0,0 1 0,0 1 0,-1 2 0,-41-1 0,-141 6 0,100 3 0,43-4 0,-109-16 0,37 4-1365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39:12.47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0 184 24575,'6'5'0,"0"0"0,0-1 0,1 1 0,-1-1 0,1-1 0,0 1 0,13 4 0,56 12 0,-59-16 0,38 8 0,1-3 0,88 2 0,116-12 0,-95-2 0,-135 3 0,46-1 0,0 4 0,85 13 0,-99-8 0,1-3 0,93-5 0,-74-1 0,-55-1 0,-1-1 0,1-2 0,-1 0 0,36-13 0,41-8 0,-67 19 0,14-2 0,100-7 0,436 17 0,-540 2 0,87 15 0,-91-11 0,-3 1 0,39 14 0,-52-14 0,0-1 0,1-1 0,-1-1 0,39 3 0,536-8 0,-266-2 0,-327 2 0,0 1 0,0 0 0,0 0 0,0 1 0,0 0 0,0 1 0,0-1 0,-1 1 0,1 1 0,-1-1 0,7 6 0,-3-4 0,1 0 0,-1 0 0,1-1 0,0-1 0,0 0 0,0-1 0,13 1 0,87 0 0,-96-4 0,-13 1 0,1 0 0,0 0 0,-1 0 0,1 1 0,0-1 0,-1 1 0,1 0 0,0 0 0,-1 0 0,1 0 0,-1 1 0,0 0 0,1-1 0,-1 1 0,0 0 0,0 0 0,0 1 0,0-1 0,-1 1 0,1-1 0,-1 1 0,1 0 0,-1 0 0,0 0 0,0 0 0,0 1 0,-1-1 0,1 0 0,-1 1 0,0-1 0,1 1 0,-2-1 0,1 1 0,0 0 0,-1-1 0,0 1 0,1 0 0,-2-1 0,1 1 0,0 0 0,-1 0 0,0 3 0,0-2 0,0 0 0,0-1 0,-1 1 0,1 0 0,-1-1 0,0 0 0,0 1 0,0-1 0,-1 0 0,1 0 0,-1 0 0,0 0 0,0-1 0,-1 1 0,1-1 0,-1 0 0,1 0 0,-9 5 0,2-3 0,0-1 0,0 0 0,0-1 0,0 0 0,-1 0 0,1-1 0,-15 0 0,-30 5 0,30-2 0,-1-2 0,1-1 0,-1 0 0,0-2 0,1-2 0,-48-7 0,23-5 0,1-3 0,-65-32 0,99 44 0,0 0 0,-28-6 0,33 10 0,0-1 0,-1-1 0,1 0 0,0 0 0,0-1 0,1 0 0,-1-1 0,-12-9 0,2 1 0,0 0 0,-1 1 0,-36-15 0,29 14 0,-38-23 0,50 27 0,1 1 0,-2 0 0,1 1 0,-1 1 0,1 0 0,-2 1 0,1 1 0,-33-3 0,21 5 0,0 1 0,0 1 0,-1 2 0,-45 9 0,22-3 0,-64 0 0,36-3 0,-6 10 0,60-10 0,-41 4 0,68-9 0,-42 1 0,-1 2 0,1 2 0,0 2 0,-41 12 0,-284 87 0,311-96 0,42-9 0,0 1 0,0 1 0,0 0 0,1 1 0,-21 9 0,21-7 0,-1-1 0,0 0 0,-1 0 0,1-2 0,-26 4 0,-73-2 0,-3 0 0,14 8 0,-384 29 0,459-39 0,-1 0 0,1 2 0,0 1 0,1 1 0,-1 2 0,-29 13 0,16-7 0,19-9 0,0-1 0,0-1 0,-1-1 0,1 0 0,-40-2 0,34-1 0,0 1 0,0 1 0,-28 7 0,24-4 0,-52 4 0,36-5 0,37-1 0,-1 0 0,1 1 0,0 0 0,0 1 0,1 0 0,-1 0 0,1 1 0,0 0 0,-9 8 0,17-13 0,-1 1 0,1-1 0,0 1 0,-1-1 0,1 1 0,0-1 0,0 1 0,0 0 0,0-1 0,0 1 0,0 0 0,0 0 0,1 0 0,-1-1 0,1 1 0,-1 0 0,1 0 0,0 0 0,0 0 0,0 0 0,0 0 0,0 0 0,0 0 0,1 0 0,-1 0 0,0 0 0,1 0 0,0 0 0,-1-1 0,1 1 0,0 0 0,0 0 0,0-1 0,0 1 0,0 0 0,1-1 0,-1 1 0,0-1 0,2 2 0,2 2 0,0 0 0,1 0 0,0 0 0,-1-1 0,2 0 0,-1 0 0,0 0 0,1-1 0,9 4 0,9-2 0,1 0 0,-1-2 0,1-1 0,0-1 0,0-1 0,31-4 0,20 0 0,-44 4 0,46-1 0,130-16 0,-126 7 0,-1 5 0,114 6 0,-67 1 0,-80-1 0,66-4 0,-100 2 0,-1-1 0,0-1 0,1 0 0,-1-1 0,25-11 0,-9 4 0,0 1 0,0 2 0,55-9 0,-53 11 0,151-23 0,-99 17 0,26-6 0,-70 12 0,0 1 0,1 2 0,81 5 0,38-1 0,-74-16 0,-60 10 0,41-4 0,369 6 0,-225 5 0,398-2 0,-597 0 0,1 1 0,-1 0 0,0 1 0,0 0 0,0 1 0,-1 0 0,1 1 0,-1 0 0,22 12 0,24 6 0,-57-21 0,1-1 0,-1 1 0,0-1 0,0 1 0,1-1 0,-1 1 0,0 0 0,0-1 0,0 1 0,0 0 0,0-1 0,0 1 0,0-1 0,0 1 0,0 0 0,0-1 0,0 1 0,0-1 0,0 1 0,-1 0 0,1-1 0,0 1 0,0-1 0,-1 1 0,1 0 0,-9 20 0,7-18 0,0 1 0,0-1 0,0 1 0,0-1 0,-1 1 0,1-1 0,-1 0 0,0 0 0,0 0 0,0-1 0,0 1 0,-1 0 0,1-1 0,-1 0 0,0 0 0,1 0 0,-1-1 0,0 1 0,0-1 0,0 0 0,0 0 0,0 0 0,0 0 0,-1-1 0,1 0 0,0 0 0,0 0 0,0 0 0,0-1 0,-6 0 0,-12-4 0,0 0 0,0-1 0,1-1 0,-23-11 0,29 12 0,-29-12 0,23 7 0,-2 2 0,1 1 0,-1 1 0,0 0 0,-44-5 0,-46 12 0,77 1 0,-66-5 0,84 1 0,1-2 0,-1 0 0,-23-10 0,24 8 0,1 1 0,-1 0 0,-32-5 0,-2 7 0,0 2 0,-81 7 0,42 10 0,60-9 0,-45 4 0,-40-9 0,69-2 0,1 2 0,-69 10 0,59-2 0,1-3 0,-86-2 0,113-2 0,0 0 0,-35 8 0,-21 2 0,-43 4 0,69-7 0,-75 1 0,131-10 0,-60-1 0,0 4 0,-81 12 0,73 0 0,30-6 0,-1-1 0,-50 2 0,84-10 0,-74 3 0,-88-7 0,164 3 0,1 0 0,-1 0 0,0-1 0,1 1 0,-1-1 0,1 0 0,-1 0 0,1 0 0,0 0 0,0 0 0,0-1 0,0 0 0,0 1 0,1-1 0,-1 0 0,1 0 0,0-1 0,0 1 0,0 0 0,0-1 0,0 1 0,-1-5 0,-4-12 0,0 0 0,-7-38 0,11 48 0,-5-29 0,2 0 0,1 0 0,1-54 0,5 72 0,0 0 0,1 1 0,1-1 0,1 1 0,1 0 0,0 0 0,2 0 0,10-22 0,-10 30 0,1 0 0,0 0 0,1 1 0,0 0 0,1 1 0,0 0 0,17-13 0,6-2 0,47-26 0,-56 38 0,1 1 0,0 2 0,0 0 0,1 1 0,0 2 0,31-5 0,-9 5 0,1 2 0,75 2 0,-116 3 0,0 1 0,1 0 0,-1 0 0,0 0 0,0 1 0,0 1 0,0-1 0,0 1 0,0 1 0,-1-1 0,1 1 0,-1 1 0,0-1 0,0 1 0,-1 0 0,1 1 0,-1 0 0,0 0 0,-1 0 0,0 0 0,0 1 0,5 8 0,6 13 0,-2 0 0,-1 2 0,-1-1 0,-1 1 0,-2 1 0,-1 0 0,-2 0 0,-1 1 0,3 59 0,-9-84 0,1 0 0,1 0 0,-1 0 0,1 0 0,0 0 0,1 0 0,0 0 0,0 0 0,0 0 0,1 0 0,0-1 0,0 0 0,1 1 0,0-1 0,0 0 0,0-1 0,1 1 0,-1-1 0,2 0 0,-1 0 0,0 0 0,1-1 0,0 0 0,0 0 0,0 0 0,0-1 0,1 0 0,-1 0 0,1-1 0,0 0 0,8 2 0,29 3 0,-1-1 0,82-2 0,7 2 0,-65 0 0,182 23 0,-39-4 0,-141-15 0,-40-7 0,-1 1 0,0 1 0,0 2 0,46 17 0,-68-21 0,0-1 0,0 1 0,0 1 0,0-1 0,0 1 0,-1 0 0,1 0 0,-1 0 0,0 1 0,-1 0 0,1 0 0,-1 0 0,0 0 0,0 1 0,-1 0 0,1 0 0,-1 0 0,-1 0 0,1 0 0,-1 0 0,0 1 0,0-1 0,-1 1 0,0 0 0,1 7 0,0 37 0,-1-51 0,-1 0 0,0 0 0,0 0 0,0 0 0,0 0 0,1 0 0,-1-1 0,0 1 0,0 0 0,0 0 0,0 0 0,1 0 0,-1 0 0,0 0 0,0 0 0,0 0 0,1 0 0,-1 0 0,0 0 0,0 0 0,0 0 0,1 0 0,-1 0 0,0 0 0,0 0 0,0 0 0,1 0 0,-1 0 0,0 0 0,0 0 0,0 0 0,0 0 0,1 0 0,-1 1 0,0-1 0,0 0 0,0 0 0,0 0 0,1 0 0,-1 0 0,0 1 0,0-1 0,0 0 0,0 0 0,0 0 0,0 0 0,0 1 0,1-1 0,6-20 0,-6 13 0,1 1 0,0 0 0,0 0 0,1 0 0,-1 0 0,1 1 0,1-1 0,-1 1 0,1 0 0,0-1 0,0 2 0,1-1 0,-1 0 0,1 1 0,0 0 0,0 0 0,0 1 0,1-1 0,0 1 0,-1 0 0,1 0 0,0 1 0,0 0 0,0 0 0,11-2 0,46-8 0,1 3 0,79-3 0,130 12 0,18-1 0,-166-13 0,12-1 0,-125 14 0,-2 1 0,1-1 0,-1 2 0,0-1 0,1 1 0,13 4 0,-23-5 0,-1 0 0,1 0 0,-1 0 0,1 0 0,-1 0 0,1 0 0,0 0 0,-1 0 0,1 0 0,-1 0 0,1 0 0,-1 1 0,1-1 0,-1 0 0,1 0 0,-1 1 0,1-1 0,-1 0 0,0 1 0,1-1 0,-1 1 0,1-1 0,-1 0 0,0 1 0,0-1 0,1 1 0,-1-1 0,0 1 0,1-1 0,-1 1 0,0-1 0,0 1 0,0-1 0,0 1 0,0-1 0,0 1 0,1-1 0,-1 1 0,0 0 0,-1-1 0,1 1 0,0-1 0,0 1 0,0-1 0,0 1 0,0-1 0,0 1 0,-1-1 0,1 1 0,0-1 0,0 1 0,-1-1 0,1 1 0,0-1 0,-1 0 0,1 1 0,-1 0 0,-2 1 0,0 1 0,0-1 0,0 0 0,0 0 0,0 0 0,0 0 0,-6 1 0,-6 2 0,-1 0 0,1-2 0,-1 0 0,0-1 0,0 0 0,0-2 0,0 0 0,-29-3 0,7-3 0,0-2 0,-56-18 0,-72-13 0,151 36 0,-43-4 0,-1 2 0,-116 5 0,68 2 0,18-3 0,36-1 0,0 2 0,-107 15 0,141-11 0,-5 0 0,1 1 0,0 2 0,-42 16 0,47-16 0,0 0 0,-1-1 0,0-1 0,0 0 0,-1-2 0,-26 2 0,-120-5 0,75-3 0,-66 4 0,-199 27 0,217-7 0,-135 16 0,-108-30 0,221-9 0,-326 2 0,481 0 0,-7 0 0,0 0 0,0-1 0,-20-4 0,30 4 0,0 1 0,0-1 0,1 0 0,-1 0 0,0 0 0,0-1 0,1 1 0,-1 0 0,1-1 0,-1 0 0,1 0 0,0 0 0,0 0 0,0 0 0,0 0 0,0 0 0,0-1 0,0 1 0,1-1 0,-1 1 0,-1-5 0,0-4 0,0-2 0,0 1 0,1 0 0,1-1 0,0 1 0,1-1 0,0 1 0,3-19 0,-1 11 0,2 1 0,1-1 0,0 1 0,13-31 0,-13 40 0,0 1 0,0-1 0,1 1 0,0 0 0,1 1 0,0-1 0,0 1 0,1 1 0,0-1 0,17-11 0,-10 10 0,-1 1 0,2 0 0,-1 1 0,1 1 0,0 0 0,21-4 0,13 1 0,0 2 0,0 3 0,82 2 0,-94 3 0,122-3 0,-133 0 0,-1-2 0,1 0 0,51-16 0,145-43 0,2 0 0,-198 56 0,0 0 0,48-4 0,-48 8 0,-1-1 0,0-2 0,27-8 0,8-5 0,97-16 0,-138 31 0,-13 2 342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6:55.1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4840 258 24567,'-4839'0'0,"5353"257"0,-1028-514 0,1028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7:00.6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9 24575,'4119'0'0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7:12.3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4926 125 24575,'-15'-2'0,"0"0"0,1-1 0,-1 0 0,1-1 0,0-1 0,0-1 0,-19-9 0,-13-5 0,11 6 0,12 4 0,0 1 0,0 2 0,0 0 0,-47-7 0,-227 11 0,151 5 0,-488-2 0,615 1 0,1 1 0,-1 1 0,-21 6 0,18-4 0,-43 5 0,-329-7 0,202-6 0,-273 3 0,437 2 0,0 1 0,-47 11 0,44-8 0,-51 5 0,-204-12 0,110-2 0,67 1 0,-124 5 0,153 9 0,61-8 0,-1-1 0,1-1 0,0 0 0,-35-2 0,3-6 0,20 1 0,1 2 0,-1 1 0,0 2 0,-36 3 0,-108 16 0,145-17 0,1-2 0,0-2 0,-58-9 0,23 1-108,0 3-1,0 3 1,-77 4-1,87 1-822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6:55.1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4840 258 24567,'-4839'0'0,"5353"257"0,-1028-514 0,1028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7:00.6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9 24575,'4119'0'0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7:12.3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4926 125 24575,'-15'-2'0,"0"0"0,1-1 0,-1 0 0,1-1 0,0-1 0,0-1 0,-19-9 0,-13-5 0,11 6 0,12 4 0,0 1 0,0 2 0,0 0 0,-47-7 0,-227 11 0,151 5 0,-488-2 0,615 1 0,1 1 0,-1 1 0,-21 6 0,18-4 0,-43 5 0,-329-7 0,202-6 0,-273 3 0,437 2 0,0 1 0,-47 11 0,44-8 0,-51 5 0,-204-12 0,110-2 0,67 1 0,-124 5 0,153 9 0,61-8 0,-1-1 0,1-1 0,0 0 0,-35-2 0,3-6 0,20 1 0,1 2 0,-1 1 0,0 2 0,-36 3 0,-108 16 0,145-17 0,1-2 0,0-2 0,-58-9 0,23 1-108,0 3-1,0 3 1,-77 4-1,87 1-822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6:55.1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4840 258 24567,'-4839'0'0,"5353"257"0,-1028-514 0,1028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7:00.6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9 24575,'4119'0'0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7:12.3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4926 125 24575,'-15'-2'0,"0"0"0,1-1 0,-1 0 0,1-1 0,0-1 0,0-1 0,-19-9 0,-13-5 0,11 6 0,12 4 0,0 1 0,0 2 0,0 0 0,-47-7 0,-227 11 0,151 5 0,-488-2 0,615 1 0,1 1 0,-1 1 0,-21 6 0,18-4 0,-43 5 0,-329-7 0,202-6 0,-273 3 0,437 2 0,0 1 0,-47 11 0,44-8 0,-51 5 0,-204-12 0,110-2 0,67 1 0,-124 5 0,153 9 0,61-8 0,-1-1 0,1-1 0,0 0 0,-35-2 0,3-6 0,20 1 0,1 2 0,-1 1 0,0 2 0,-36 3 0,-108 16 0,145-17 0,1-2 0,0-2 0,-58-9 0,23 1-108,0 3-1,0 3 1,-77 4-1,87 1-822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6:55.1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4840 258 24567,'-4839'0'0,"5353"257"0,-1028-514 0,1028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7:00.6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9 24575,'4119'0'0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7:12.3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4926 125 24575,'-15'-2'0,"0"0"0,1-1 0,-1 0 0,1-1 0,0-1 0,0-1 0,-19-9 0,-13-5 0,11 6 0,12 4 0,0 1 0,0 2 0,0 0 0,-47-7 0,-227 11 0,151 5 0,-488-2 0,615 1 0,1 1 0,-1 1 0,-21 6 0,18-4 0,-43 5 0,-329-7 0,202-6 0,-273 3 0,437 2 0,0 1 0,-47 11 0,44-8 0,-51 5 0,-204-12 0,110-2 0,67 1 0,-124 5 0,153 9 0,61-8 0,-1-1 0,1-1 0,0 0 0,-35-2 0,3-6 0,20 1 0,1 2 0,-1 1 0,0 2 0,-36 3 0,-108 16 0,145-17 0,1-2 0,0-2 0,-58-9 0,23 1-108,0 3-1,0 3 1,-77 4-1,87 1-822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6:55.1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4840 258 24567,'-4839'0'0,"5353"257"0,-1028-514 0,1028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7:00.6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9 24575,'4119'0'0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7:12.3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4926 125 24575,'-15'-2'0,"0"0"0,1-1 0,-1 0 0,1-1 0,0-1 0,0-1 0,-19-9 0,-13-5 0,11 6 0,12 4 0,0 1 0,0 2 0,0 0 0,-47-7 0,-227 11 0,151 5 0,-488-2 0,615 1 0,1 1 0,-1 1 0,-21 6 0,18-4 0,-43 5 0,-329-7 0,202-6 0,-273 3 0,437 2 0,0 1 0,-47 11 0,44-8 0,-51 5 0,-204-12 0,110-2 0,67 1 0,-124 5 0,153 9 0,61-8 0,-1-1 0,1-1 0,0 0 0,-35-2 0,3-6 0,20 1 0,1 2 0,-1 1 0,0 2 0,-36 3 0,-108 16 0,145-17 0,1-2 0,0-2 0,-58-9 0,23 1-108,0 3-1,0 3 1,-77 4-1,87 1-822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1:53.51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4901 258 24563,'-4900'0'0,"5414"257"0,-1028-514 0,1028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1:58.3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9 24575,'4390'0'0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2:05.36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4720 123 24575,'-1'-1'0,"1"0"0,0 0 0,0 0 0,-1 0 0,1 0 0,0 0 0,-1 1 0,1-1 0,-1 0 0,1 0 0,-1 0 0,1 1 0,-1-1 0,0 0 0,1 1 0,-1-1 0,0 0 0,1 1 0,-1-1 0,0 1 0,0-1 0,0 1 0,0 0 0,1-1 0,-1 1 0,-1-1 0,-29-6 0,20 5 0,-10-4 0,-36-17 0,42 16 0,0 1 0,-1 1 0,0 0 0,-27-5 0,-18 6 0,-93 4 0,102 2 0,-1-1 0,-94-13 0,60 1 0,0 4 0,-126 5 0,114 3 0,45 2 0,-1 3 0,-70 16 0,-53 5 0,117-23 0,-73 8 0,130-11 0,-42 5 0,0 3 0,0 1 0,-58 22 0,65-19 0,-49 10 0,73-19 0,-25 3 0,-1-3 0,0-1 0,0-1 0,-44-6 0,1 2 0,-235 20 0,162-6 0,-180-10 0,161-4 0,129 2 0,1 3 0,-71 12 0,53-7 0,0-2 0,-126-6 0,80-2 0,69 4 0,-70 12 0,24-2 0,78-12 0,1 0 0,0 0 0,-1-1 0,1 0 0,0 0 0,0-1 0,0 0 0,0-1 0,-15-6 0,-4-5 0,-35-23 0,50 29 0,-85-65 87,61 44-1539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2:07.6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24575,'0'5'0,"0"7"0,0 7 0,0 10 0,0 5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4:05:09.90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1 275 24575,'32'0'0,"42"2"0,-1-4 0,1-3 0,91-19 0,-80 9 0,-1 4 0,93 0 0,-85 6 0,132-22 0,-19-9 0,318-14 0,-332 37 0,94-2 0,-255 13 0,57-11 0,-57 7 0,51-3 0,-42 6 0,40-8 0,19-2 0,355 8 0,-247 8 0,-149-5 0,-33 1 0,-1 0 0,1 1 0,0 2 0,-1 0 0,41 10 0,-56-8 0,1 0 0,-1 0 0,1 1 0,-1 0 0,-1 1 0,1-1 0,11 13 0,-12-12 0,0 1 0,0-1 0,1 0 0,0-1 0,0 0 0,0 0 0,1-1 0,11 5 0,2-5 0,0 0 0,0-2 0,1 0 0,-1-1 0,1-2 0,24-3 0,-13 2 0,50 2 0,-82 0 0,1 0 0,0 1 0,-1-1 0,1 1 0,0-1 0,-1 1 0,1 0 0,-1 0 0,1 0 0,-1 0 0,0 0 0,1 1 0,-1-1 0,0 1 0,0 0 0,0-1 0,0 1 0,0 0 0,0 0 0,-1 0 0,1 1 0,-1-1 0,2 3 0,0 3 0,0 1 0,0-1 0,-1 1 0,0 0 0,1 14 0,-2-11 0,1-1 0,0-1 0,6 21 0,-7-29 0,1 1 0,-1 0 0,1 0 0,-1-1 0,1 1 0,0-1 0,0 1 0,0-1 0,0 0 0,0 0 0,0 0 0,1 0 0,-1 0 0,1 0 0,-1-1 0,1 1 0,0-1 0,3 2 0,17 3-1365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4:05:13.3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4422 183 24575,'-206'-42'0,"168"34"0,-2 2 0,-65-3 0,-82 10 0,65 2 0,49-4 0,-310 14 0,108 5 0,-22 2 0,290-19 0,-46 5 0,-92-1 0,129-6 0,-1 0 0,1-2 0,-1 0 0,1 0 0,0-2 0,1 0 0,-1 0 0,1-2 0,-26-14 0,20 10 0,0 1 0,0 0 0,-1 2 0,0 1 0,0 0 0,-29-3 0,-52-17 0,90 23 0,-8-4 0,-1 1 0,0 1 0,1 1 0,-1 1 0,-23-1 0,-4 4 0,1 2 0,-1 3 0,-52 10 0,-18 1 0,66-10 0,-59 13 0,78-9 0,-56 24 0,64-22 0,-1-1 0,0-1 0,-53 10 0,-178 26 0,214-36 0,-22 5 0,38-6 0,1-2 0,-1-2 0,-34 2 0,56-6 0,0-1 0,0 1 0,0-2 0,0 1 0,0-1 0,1 0 0,-1 0 0,0 0 0,1-1 0,0 1 0,0-2 0,0 1 0,0 0 0,0-1 0,1 0 0,-1 0 0,1 0 0,-5-8 0,1 4 0,0 1 0,0-1 0,0 1 0,-19-11 0,8 9 0,0 1 0,-1 0 0,0 2 0,-1 0 0,1 2 0,-1 0 0,0 1 0,0 1 0,0 1 0,0 1 0,-42 5 0,57-4-105,0 0 0,0 1 0,0 0 0,0 1 0,1-1 0,-1 1 0,1 0 0,-1 0 0,1 1 0,0 0 0,0 0 0,-6 6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4:05:16.67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0 306 24575,'13'-1'0,"1"0"0,-1-1 0,16-4 0,16-2 0,208-29 0,-168 31 0,-63 5 0,0 0 0,1-2 0,-1 0 0,-1-1 0,24-8 0,154-50 0,-58 24 0,75-15 0,-177 46 0,28-5 0,1 4 0,81-2 0,-48 12 0,-8 1 0,182-18 0,-213 6 0,-1 2 0,1 4 0,74 4 0,-129-1 0,1 1 0,-1 0 0,0 0 0,1 1 0,-1-1 0,0 2 0,0-1 0,0 1 0,0 0 0,0 1 0,-1-1 0,0 1 0,1 1 0,-2-1 0,1 1 0,0 0 0,-1 0 0,0 1 0,0 0 0,0 0 0,-1 0 0,4 8 0,-5-10 0,-1 0 0,1 1 0,0-1 0,0-1 0,0 1 0,0 0 0,1-1 0,-1 0 0,1 1 0,0-1 0,0-1 0,0 1 0,0-1 0,1 1 0,-1-1 0,1 0 0,-1-1 0,1 1 0,0-1 0,-1 0 0,1 0 0,0-1 0,6 1 0,66 4 0,99-8 0,-47 0 0,22 5 0,162-4 0,-261-3 0,95-18 0,-126 17 0,36-16 0,-43 15 0,1 1 0,1 0 0,-1 2 0,31-6 0,-6 7 0,48 4 0,-65 1 0,0-1 0,0-2 0,0 0 0,0-1 0,0-1 0,-1-1 0,34-11 0,-36 7-195,1 1 0,0 1 0,0 0 0,0 2 0,0 1 0,35-2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4:05:55.14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1087 216 24575,'-9'-1'0,"0"-1"0,0-1 0,0 0 0,0 0 0,0-1 0,1 0 0,-1 0 0,1-1 0,-14-11 0,2 3 0,-4-2 0,-1 0 0,0 2 0,-2 1 0,1 1 0,-1 1 0,-33-7 0,10 6 0,1 3 0,-94-4 0,112 10 0,0-1 0,-31-7 0,27 4 0,-49-3 0,45 8 0,11-1 0,1 1 0,-1 2 0,-54 8 0,78-8 11,1 0 0,0 0 0,0 0 0,0 0 0,0 0 0,0 1 0,0-1 0,0 1 0,0 0 0,1 0 0,-1 0 0,1 0 0,-1 1 0,1-1 0,0 1 0,0-1 0,0 1 0,0 0 0,0 0 0,1-1 0,-1 1 0,1 0 0,0 1 0,0-1 0,0 0 0,0 0 1,1 0-1,-1 1 0,1-1 0,0 4 0,0-2-86,0-1 1,0 0 0,1 0 0,0 1 0,0-1-1,0 0 1,0 0 0,1 0 0,0 0 0,0 0-1,0 0 1,0-1 0,0 1 0,1-1 0,-1 1-1,1-1 1,0 0 0,0 0 0,1 0 0,-1 0-1,0-1 1,8 5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4:06:03.50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2934 258 24504,'-2934'0'0,"3449"257"0,-1030-514 0,1030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4:06:09.5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601 32 24575,'-122'2'0,"-133"-5"0,170-11 0,60 8 0,-42-3 0,50 9 0,-10-1 0,25 1 0,17 0 0,1940 3 0,-1026-5 0,-808 2-1365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4:05:09.90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1 275 24575,'32'0'0,"42"2"0,-1-4 0,1-3 0,91-19 0,-80 9 0,-1 4 0,93 0 0,-85 6 0,132-22 0,-19-9 0,318-14 0,-332 37 0,94-2 0,-255 13 0,57-11 0,-57 7 0,51-3 0,-42 6 0,40-8 0,19-2 0,355 8 0,-247 8 0,-149-5 0,-33 1 0,-1 0 0,1 1 0,0 2 0,-1 0 0,41 10 0,-56-8 0,1 0 0,-1 0 0,1 1 0,-1 0 0,-1 1 0,1-1 0,11 13 0,-12-12 0,0 1 0,0-1 0,1 0 0,0-1 0,0 0 0,0 0 0,1-1 0,11 5 0,2-5 0,0 0 0,0-2 0,1 0 0,-1-1 0,1-2 0,24-3 0,-13 2 0,50 2 0,-82 0 0,1 0 0,0 1 0,-1-1 0,1 1 0,0-1 0,-1 1 0,1 0 0,-1 0 0,1 0 0,-1 0 0,0 0 0,1 1 0,-1-1 0,0 1 0,0 0 0,0-1 0,0 1 0,0 0 0,0 0 0,-1 0 0,1 1 0,-1-1 0,2 3 0,0 3 0,0 1 0,0-1 0,-1 1 0,0 0 0,1 14 0,-2-11 0,1-1 0,0-1 0,6 21 0,-7-29 0,1 1 0,-1 0 0,1 0 0,-1-1 0,1 1 0,0-1 0,0 1 0,0-1 0,0 0 0,0 0 0,0 0 0,1 0 0,-1 0 0,1 0 0,-1-1 0,1 1 0,0-1 0,3 2 0,17 3-1365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4:05:13.3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4422 183 24575,'-206'-42'0,"168"34"0,-2 2 0,-65-3 0,-82 10 0,65 2 0,49-4 0,-310 14 0,108 5 0,-22 2 0,290-19 0,-46 5 0,-92-1 0,129-6 0,-1 0 0,1-2 0,-1 0 0,1 0 0,0-2 0,1 0 0,-1 0 0,1-2 0,-26-14 0,20 10 0,0 1 0,0 0 0,-1 2 0,0 1 0,0 0 0,-29-3 0,-52-17 0,90 23 0,-8-4 0,-1 1 0,0 1 0,1 1 0,-1 1 0,-23-1 0,-4 4 0,1 2 0,-1 3 0,-52 10 0,-18 1 0,66-10 0,-59 13 0,78-9 0,-56 24 0,64-22 0,-1-1 0,0-1 0,-53 10 0,-178 26 0,214-36 0,-22 5 0,38-6 0,1-2 0,-1-2 0,-34 2 0,56-6 0,0-1 0,0 1 0,0-2 0,0 1 0,0-1 0,1 0 0,-1 0 0,0 0 0,1-1 0,0 1 0,0-2 0,0 1 0,0 0 0,0-1 0,1 0 0,-1 0 0,1 0 0,-5-8 0,1 4 0,0 1 0,0-1 0,0 1 0,-19-11 0,8 9 0,0 1 0,-1 0 0,0 2 0,-1 0 0,1 2 0,-1 0 0,0 1 0,0 1 0,0 1 0,0 1 0,-42 5 0,57-4-105,0 0 0,0 1 0,0 0 0,0 1 0,1-1 0,-1 1 0,1 0 0,-1 0 0,1 1 0,0 0 0,0 0 0,-6 6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4:05:16.67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0 306 24575,'13'-1'0,"1"0"0,-1-1 0,16-4 0,16-2 0,208-29 0,-168 31 0,-63 5 0,0 0 0,1-2 0,-1 0 0,-1-1 0,24-8 0,154-50 0,-58 24 0,75-15 0,-177 46 0,28-5 0,1 4 0,81-2 0,-48 12 0,-8 1 0,182-18 0,-213 6 0,-1 2 0,1 4 0,74 4 0,-129-1 0,1 1 0,-1 0 0,0 0 0,1 1 0,-1-1 0,0 2 0,0-1 0,0 1 0,0 0 0,0 1 0,-1-1 0,0 1 0,1 1 0,-2-1 0,1 1 0,0 0 0,-1 0 0,0 1 0,0 0 0,0 0 0,-1 0 0,4 8 0,-5-10 0,-1 0 0,1 1 0,0-1 0,0-1 0,0 1 0,0 0 0,1-1 0,-1 0 0,1 1 0,0-1 0,0-1 0,0 1 0,0-1 0,1 1 0,-1-1 0,1 0 0,-1-1 0,1 1 0,0-1 0,-1 0 0,1 0 0,0-1 0,6 1 0,66 4 0,99-8 0,-47 0 0,22 5 0,162-4 0,-261-3 0,95-18 0,-126 17 0,36-16 0,-43 15 0,1 1 0,1 0 0,-1 2 0,31-6 0,-6 7 0,48 4 0,-65 1 0,0-1 0,0-2 0,0 0 0,0-1 0,0-1 0,-1-1 0,34-11 0,-36 7-195,1 1 0,0 1 0,0 0 0,0 2 0,0 1 0,35-2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4:05:55.14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1087 216 24575,'-9'-1'0,"0"-1"0,0-1 0,0 0 0,0 0 0,0-1 0,1 0 0,-1 0 0,1-1 0,-14-11 0,2 3 0,-4-2 0,-1 0 0,0 2 0,-2 1 0,1 1 0,-1 1 0,-33-7 0,10 6 0,1 3 0,-94-4 0,112 10 0,0-1 0,-31-7 0,27 4 0,-49-3 0,45 8 0,11-1 0,1 1 0,-1 2 0,-54 8 0,78-8 11,1 0 0,0 0 0,0 0 0,0 0 0,0 0 0,0 1 0,0-1 0,0 1 0,0 0 0,1 0 0,-1 0 0,1 0 0,-1 1 0,1-1 0,0 1 0,0-1 0,0 1 0,0 0 0,0 0 0,1-1 0,-1 1 0,1 0 0,0 1 0,0-1 0,0 0 0,0 0 1,1 0-1,-1 1 0,1-1 0,0 4 0,0-2-86,0-1 1,0 0 0,1 0 0,0 1 0,0-1-1,0 0 1,0 0 0,1 0 0,0 0 0,0 0-1,0 0 1,0-1 0,0 1 0,1-1 0,-1 1-1,1-1 1,0 0 0,0 0 0,1 0 0,-1 0-1,0-1 1,8 5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4:06:03.50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2934 258 24504,'-2934'0'0,"3449"257"0,-1030-514 0,1030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4:06:09.5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601 32 24575,'-122'2'0,"-133"-5"0,170-11 0,60 8 0,-42-3 0,50 9 0,-10-1 0,25 1 0,17 0 0,1940 3 0,-1026-5 0,-808 2-1365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5881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C9849-A2B3-D655-ED74-7CA2DE816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708F97-4EFC-49C3-CD37-D7D9CE10B7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D940F5-07CF-1E7F-2728-F08C71B36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A97D2D-6235-F0D5-42AE-EC76B447CD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01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A3C65-C3F1-FF5B-6E59-768BFB6B8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74BA0D-A93F-DA79-0502-49BDC3929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2BE23F-A278-0CDE-F095-DA0F1A7AC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724B4-A5AE-A152-61D3-F5C963156F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759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4BA3A-CE83-78EF-0279-52C6BB519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D7F258-FECF-0389-8D6D-CEB5B46CD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9AD5A9-74B6-B7D7-BCC1-51D18742CA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C00C8-7FF4-97A2-E8BF-BD1042FCA1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227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D802E-F30B-C14B-E29E-236B7E699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F0F506-37F2-D711-F74D-96050E05C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6830E3-0F81-1761-322C-2EC47E6BF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D4DDC-04A8-A9D8-AF0E-A6DF666E78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7029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149B1-690F-421A-5F49-064AC8BC3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4115E1-165A-338A-AB76-AC0843C05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75BA40-34D4-C264-D500-041C41448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FCD52-4537-37C3-0F45-81661627DE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4234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A198A-2152-2D4C-1927-53832BDA6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05755E-73B2-B061-AE4E-52E6E273FE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F53467-5797-56CD-0FEB-B6F6270BD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18D2C-E383-900A-B33C-E286292F59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2625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BAD76-96C0-2BCB-8B79-7CEFB7636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256920-BF80-AFFA-54ED-129C75D2F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85D44C-5BC2-BBD8-6972-E7026575B8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362A8-97D2-425F-19AE-C6A488CCCC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3741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EE5F2-5510-3502-C815-4A45F3724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44F511-33A1-E7F8-8206-2E1D2B5A1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C30F38-EB92-BFE3-E199-4931414577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E975C-342A-5E10-AB5D-60173FF6EE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77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customXml" Target="../ink/ink1.xm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4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customXml" Target="../ink/ink11.xml"/><Relationship Id="rId3" Type="http://schemas.openxmlformats.org/officeDocument/2006/relationships/customXml" Target="../ink/ink6.xml"/><Relationship Id="rId7" Type="http://schemas.openxmlformats.org/officeDocument/2006/relationships/customXml" Target="../ink/ink8.xml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11" Type="http://schemas.openxmlformats.org/officeDocument/2006/relationships/customXml" Target="../ink/ink10.xml"/><Relationship Id="rId5" Type="http://schemas.openxmlformats.org/officeDocument/2006/relationships/customXml" Target="../ink/ink7.xml"/><Relationship Id="rId15" Type="http://schemas.openxmlformats.org/officeDocument/2006/relationships/customXml" Target="../ink/ink12.xml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customXml" Target="../ink/ink9.xml"/><Relationship Id="rId1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customXml" Target="../ink/ink18.xml"/><Relationship Id="rId3" Type="http://schemas.openxmlformats.org/officeDocument/2006/relationships/customXml" Target="../ink/ink13.xml"/><Relationship Id="rId7" Type="http://schemas.openxmlformats.org/officeDocument/2006/relationships/customXml" Target="../ink/ink15.xml"/><Relationship Id="rId12" Type="http://schemas.openxmlformats.org/officeDocument/2006/relationships/image" Target="../media/image12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0.png"/><Relationship Id="rId11" Type="http://schemas.openxmlformats.org/officeDocument/2006/relationships/customXml" Target="../ink/ink17.xml"/><Relationship Id="rId5" Type="http://schemas.openxmlformats.org/officeDocument/2006/relationships/customXml" Target="../ink/ink14.xml"/><Relationship Id="rId15" Type="http://schemas.openxmlformats.org/officeDocument/2006/relationships/customXml" Target="../ink/ink19.xml"/><Relationship Id="rId10" Type="http://schemas.openxmlformats.org/officeDocument/2006/relationships/image" Target="../media/image110.png"/><Relationship Id="rId4" Type="http://schemas.openxmlformats.org/officeDocument/2006/relationships/image" Target="../media/image80.png"/><Relationship Id="rId9" Type="http://schemas.openxmlformats.org/officeDocument/2006/relationships/customXml" Target="../ink/ink16.xml"/><Relationship Id="rId14" Type="http://schemas.openxmlformats.org/officeDocument/2006/relationships/image" Target="../media/image1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3.xml"/><Relationship Id="rId3" Type="http://schemas.openxmlformats.org/officeDocument/2006/relationships/customXml" Target="../ink/ink21.xml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customXml" Target="../ink/ink22.xml"/><Relationship Id="rId5" Type="http://schemas.openxmlformats.org/officeDocument/2006/relationships/image" Target="../media/image33.png"/><Relationship Id="rId10" Type="http://schemas.openxmlformats.org/officeDocument/2006/relationships/image" Target="../media/image5.jpg"/><Relationship Id="rId9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customXml" Target="../ink/ink24.xml"/><Relationship Id="rId7" Type="http://schemas.openxmlformats.org/officeDocument/2006/relationships/customXml" Target="../ink/ink2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customXml" Target="../ink/ink25.xml"/><Relationship Id="rId4" Type="http://schemas.openxmlformats.org/officeDocument/2006/relationships/image" Target="../media/image19.png"/><Relationship Id="rId9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customXml" Target="../ink/ink27.xml"/><Relationship Id="rId7" Type="http://schemas.openxmlformats.org/officeDocument/2006/relationships/customXml" Target="../ink/ink2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customXml" Target="../ink/ink28.xml"/><Relationship Id="rId4" Type="http://schemas.openxmlformats.org/officeDocument/2006/relationships/image" Target="../media/image19.png"/><Relationship Id="rId9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customXml" Target="../ink/ink30.xml"/><Relationship Id="rId7" Type="http://schemas.openxmlformats.org/officeDocument/2006/relationships/customXml" Target="../ink/ink3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customXml" Target="../ink/ink31.xml"/><Relationship Id="rId4" Type="http://schemas.openxmlformats.org/officeDocument/2006/relationships/image" Target="../media/image19.png"/><Relationship Id="rId9" Type="http://schemas.openxmlformats.org/officeDocument/2006/relationships/image" Target="../media/image8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customXml" Target="../ink/ink33.xml"/><Relationship Id="rId7" Type="http://schemas.openxmlformats.org/officeDocument/2006/relationships/customXml" Target="../ink/ink3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customXml" Target="../ink/ink34.xml"/><Relationship Id="rId4" Type="http://schemas.openxmlformats.org/officeDocument/2006/relationships/image" Target="../media/image19.png"/><Relationship Id="rId9" Type="http://schemas.openxmlformats.org/officeDocument/2006/relationships/image" Target="../media/image9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8.xml"/><Relationship Id="rId3" Type="http://schemas.openxmlformats.org/officeDocument/2006/relationships/image" Target="../media/image18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7.xml"/><Relationship Id="rId11" Type="http://schemas.openxmlformats.org/officeDocument/2006/relationships/image" Target="../media/image25.png"/><Relationship Id="rId5" Type="http://schemas.openxmlformats.org/officeDocument/2006/relationships/image" Target="../media/image27.png"/><Relationship Id="rId10" Type="http://schemas.openxmlformats.org/officeDocument/2006/relationships/customXml" Target="../ink/ink39.xml"/><Relationship Id="rId4" Type="http://schemas.openxmlformats.org/officeDocument/2006/relationships/customXml" Target="../ink/ink36.xml"/><Relationship Id="rId9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2.xml"/><Relationship Id="rId13" Type="http://schemas.openxmlformats.org/officeDocument/2006/relationships/image" Target="../media/image48.png"/><Relationship Id="rId3" Type="http://schemas.openxmlformats.org/officeDocument/2006/relationships/hyperlink" Target="https://github.com/" TargetMode="External"/><Relationship Id="rId7" Type="http://schemas.openxmlformats.org/officeDocument/2006/relationships/image" Target="../media/image45.png"/><Relationship Id="rId12" Type="http://schemas.openxmlformats.org/officeDocument/2006/relationships/customXml" Target="../ink/ink44.xml"/><Relationship Id="rId2" Type="http://schemas.openxmlformats.org/officeDocument/2006/relationships/notesSlide" Target="../notesSlides/notesSlide14.xml"/><Relationship Id="rId16" Type="http://schemas.openxmlformats.org/officeDocument/2006/relationships/hyperlink" Target="https://drive.google.com/file/d/1qEiNqLmG9HZJCtKa6pSqU8vXRm9e62UO/" TargetMode="Externa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41.xml"/><Relationship Id="rId11" Type="http://schemas.openxmlformats.org/officeDocument/2006/relationships/image" Target="../media/image47.png"/><Relationship Id="rId5" Type="http://schemas.openxmlformats.org/officeDocument/2006/relationships/image" Target="../media/image44.png"/><Relationship Id="rId15" Type="http://schemas.openxmlformats.org/officeDocument/2006/relationships/image" Target="../media/image49.png"/><Relationship Id="rId10" Type="http://schemas.openxmlformats.org/officeDocument/2006/relationships/customXml" Target="../ink/ink43.xml"/><Relationship Id="rId4" Type="http://schemas.openxmlformats.org/officeDocument/2006/relationships/customXml" Target="../ink/ink40.xml"/><Relationship Id="rId9" Type="http://schemas.openxmlformats.org/officeDocument/2006/relationships/image" Target="../media/image46.png"/><Relationship Id="rId14" Type="http://schemas.openxmlformats.org/officeDocument/2006/relationships/customXml" Target="../ink/ink4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customXml" Target="../ink/ink51.xml"/><Relationship Id="rId3" Type="http://schemas.openxmlformats.org/officeDocument/2006/relationships/customXml" Target="../ink/ink46.xml"/><Relationship Id="rId7" Type="http://schemas.openxmlformats.org/officeDocument/2006/relationships/customXml" Target="../ink/ink48.xml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0.png"/><Relationship Id="rId11" Type="http://schemas.openxmlformats.org/officeDocument/2006/relationships/customXml" Target="../ink/ink50.xml"/><Relationship Id="rId5" Type="http://schemas.openxmlformats.org/officeDocument/2006/relationships/customXml" Target="../ink/ink47.xml"/><Relationship Id="rId10" Type="http://schemas.openxmlformats.org/officeDocument/2006/relationships/image" Target="../media/image32.png"/><Relationship Id="rId4" Type="http://schemas.openxmlformats.org/officeDocument/2006/relationships/image" Target="../media/image29.png"/><Relationship Id="rId9" Type="http://schemas.openxmlformats.org/officeDocument/2006/relationships/customXml" Target="../ink/ink49.xml"/><Relationship Id="rId1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9834"/>
            <a:ext cx="10642997" cy="2232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Amasis MT Pro" panose="020F0502020204030204" pitchFamily="18" charset="0"/>
                <a:ea typeface="Petrona Bold" pitchFamily="34" charset="-122"/>
                <a:cs typeface="Petrona Bold" pitchFamily="34" charset="-120"/>
              </a:rPr>
              <a:t>Multilingual, Aspect-Based Sentiment Analysis and Visual Sentiment Scores for Hotel Reviews(GuestSight)</a:t>
            </a:r>
            <a:endParaRPr lang="en-US" sz="4650" dirty="0">
              <a:latin typeface="Amasis MT Pro" panose="020F0502020204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4551792"/>
            <a:ext cx="106429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dirty="0">
                <a:latin typeface="Inter" pitchFamily="34" charset="0"/>
                <a:ea typeface="Inter" pitchFamily="34" charset="-122"/>
                <a:cs typeface="Inter" pitchFamily="34" charset="-120"/>
              </a:rPr>
              <a:t>Sude Ebrar Çat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93790" y="5179557"/>
            <a:ext cx="106429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endParaRPr lang="en-US" dirty="0"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5741432"/>
            <a:ext cx="106429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86289" y="4452306"/>
            <a:ext cx="18463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C7CAE92-514C-2F86-787D-F4892E5D81D5}"/>
                  </a:ext>
                </a:extLst>
              </p14:cNvPr>
              <p14:cNvContentPartPr/>
              <p14:nvPr/>
            </p14:nvContentPartPr>
            <p14:xfrm>
              <a:off x="13058726" y="7674343"/>
              <a:ext cx="1190520" cy="2829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C7CAE92-514C-2F86-787D-F4892E5D81D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004726" y="7566343"/>
                <a:ext cx="1298160" cy="49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82A4063-7C40-2A24-9F3A-322DCCB5795B}"/>
                  </a:ext>
                </a:extLst>
              </p14:cNvPr>
              <p14:cNvContentPartPr/>
              <p14:nvPr/>
            </p14:nvContentPartPr>
            <p14:xfrm>
              <a:off x="12998246" y="7988263"/>
              <a:ext cx="1077120" cy="111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82A4063-7C40-2A24-9F3A-322DCCB5795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944246" y="7880623"/>
                <a:ext cx="118476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E88CBE6-E1DB-7DB5-0D16-0B0EC28D928B}"/>
                  </a:ext>
                </a:extLst>
              </p14:cNvPr>
              <p14:cNvContentPartPr/>
              <p14:nvPr/>
            </p14:nvContentPartPr>
            <p14:xfrm>
              <a:off x="12744086" y="7746154"/>
              <a:ext cx="1755360" cy="3736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E88CBE6-E1DB-7DB5-0D16-0B0EC28D928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681086" y="7683514"/>
                <a:ext cx="1881000" cy="499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88667" y="659078"/>
            <a:ext cx="130428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Amasis MT Pro" panose="02040504050005020304" pitchFamily="18" charset="0"/>
                <a:ea typeface="Petrona Bold" pitchFamily="34" charset="-122"/>
                <a:cs typeface="Petrona Bold" pitchFamily="34" charset="-120"/>
              </a:rPr>
              <a:t>Project Overview &amp; Problem Statement</a:t>
            </a:r>
            <a:endParaRPr lang="en-US" sz="4650" dirty="0">
              <a:latin typeface="Amasis MT Pro" panose="020405040500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876448" y="1966146"/>
            <a:ext cx="10877504" cy="1332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GB" dirty="0">
                <a:latin typeface="Inter" pitchFamily="34" charset="0"/>
                <a:ea typeface="Inter" pitchFamily="34" charset="-122"/>
                <a:cs typeface="Inter" pitchFamily="34" charset="-120"/>
              </a:rPr>
              <a:t>A comprehensive hotel recommendation platform that combines advanced </a:t>
            </a:r>
          </a:p>
          <a:p>
            <a:pPr>
              <a:lnSpc>
                <a:spcPts val="2850"/>
              </a:lnSpc>
            </a:pPr>
            <a:r>
              <a:rPr lang="en-GB" dirty="0">
                <a:latin typeface="Inter" pitchFamily="34" charset="0"/>
                <a:ea typeface="Inter" pitchFamily="34" charset="-122"/>
                <a:cs typeface="Inter" pitchFamily="34" charset="-120"/>
              </a:rPr>
              <a:t>sentiment analysis with personalized hotel matching, designed to serve both hotel owners seeking </a:t>
            </a:r>
          </a:p>
          <a:p>
            <a:pPr>
              <a:lnSpc>
                <a:spcPts val="2850"/>
              </a:lnSpc>
            </a:pPr>
            <a:r>
              <a:rPr lang="en-GB" dirty="0">
                <a:latin typeface="Inter" pitchFamily="34" charset="0"/>
                <a:ea typeface="Inter" pitchFamily="34" charset="-122"/>
                <a:cs typeface="Inter" pitchFamily="34" charset="-120"/>
              </a:rPr>
              <a:t>data-driven insights and travellers looking for personalized accommodation recommendations.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876448" y="3690871"/>
            <a:ext cx="10653009" cy="4469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Complete Hotel Recommendation Platform </a:t>
            </a:r>
            <a:r>
              <a:rPr lang="en-GB" dirty="0">
                <a:latin typeface="Inter" pitchFamily="34" charset="0"/>
                <a:ea typeface="Inter" pitchFamily="34" charset="-122"/>
                <a:cs typeface="Inter" pitchFamily="34" charset="-120"/>
              </a:rPr>
              <a:t>with sentiment analysis</a:t>
            </a:r>
          </a:p>
          <a:p>
            <a:pPr>
              <a:lnSpc>
                <a:spcPts val="2850"/>
              </a:lnSpc>
            </a:pPr>
            <a:endParaRPr lang="en-GB" dirty="0"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Multilingual Support: </a:t>
            </a:r>
            <a:r>
              <a:rPr lang="en-GB" dirty="0">
                <a:latin typeface="Inter" pitchFamily="34" charset="0"/>
                <a:ea typeface="Inter" pitchFamily="34" charset="-122"/>
                <a:cs typeface="Inter" pitchFamily="34" charset="-120"/>
              </a:rPr>
              <a:t>Seamless Turkish and English review processing with cross-language consistency</a:t>
            </a:r>
          </a:p>
          <a:p>
            <a:pPr>
              <a:lnSpc>
                <a:spcPts val="2850"/>
              </a:lnSpc>
            </a:pPr>
            <a:endParaRPr lang="en-GB" dirty="0"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Aspect-Based Analysis: </a:t>
            </a:r>
            <a:r>
              <a:rPr lang="en-GB" dirty="0">
                <a:latin typeface="Inter" pitchFamily="34" charset="0"/>
                <a:ea typeface="Inter" pitchFamily="34" charset="-122"/>
                <a:cs typeface="Inter" pitchFamily="34" charset="-120"/>
              </a:rPr>
              <a:t>Detailed evaluation of cleanliness, service quality, and location with sub-aspect breakdown</a:t>
            </a:r>
          </a:p>
          <a:p>
            <a:pPr>
              <a:lnSpc>
                <a:spcPts val="2850"/>
              </a:lnSpc>
            </a:pPr>
            <a:endParaRPr lang="en-GB" dirty="0"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Personalized Recommendations: </a:t>
            </a:r>
            <a:r>
              <a:rPr lang="en-GB" dirty="0">
                <a:latin typeface="Inter" pitchFamily="34" charset="0"/>
                <a:ea typeface="Inter" pitchFamily="34" charset="-122"/>
                <a:cs typeface="Inter" pitchFamily="34" charset="-120"/>
              </a:rPr>
              <a:t>AI-powered hotel matching using collaborative and content-based filtering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B07F4A1-C42B-6BF3-F74A-F758D5B40AF9}"/>
                  </a:ext>
                </a:extLst>
              </p14:cNvPr>
              <p14:cNvContentPartPr/>
              <p14:nvPr/>
            </p14:nvContentPartPr>
            <p14:xfrm>
              <a:off x="12834086" y="7749583"/>
              <a:ext cx="1625760" cy="344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B07F4A1-C42B-6BF3-F74A-F758D5B40AF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71086" y="7686583"/>
                <a:ext cx="1751400" cy="470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8FDCD-DD7D-D995-A9C7-8482E9390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A224241-8BBD-DC71-873F-1C9B554D3B91}"/>
              </a:ext>
            </a:extLst>
          </p:cNvPr>
          <p:cNvSpPr/>
          <p:nvPr/>
        </p:nvSpPr>
        <p:spPr>
          <a:xfrm>
            <a:off x="3944733" y="659078"/>
            <a:ext cx="6740933" cy="919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Amasis MT Pro" panose="02040504050005020304" pitchFamily="18" charset="0"/>
                <a:ea typeface="Petrona Bold" pitchFamily="34" charset="-122"/>
                <a:cs typeface="Petrona Bold" pitchFamily="34" charset="-120"/>
              </a:rPr>
              <a:t>Key Numbers &amp; Impact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50520E2-2F5C-D10D-286D-665B19A23B01}"/>
              </a:ext>
            </a:extLst>
          </p:cNvPr>
          <p:cNvSpPr/>
          <p:nvPr/>
        </p:nvSpPr>
        <p:spPr>
          <a:xfrm>
            <a:off x="2090444" y="2332183"/>
            <a:ext cx="10877504" cy="2815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GB" dirty="0">
                <a:latin typeface="Inter" pitchFamily="34" charset="0"/>
                <a:ea typeface="Inter" pitchFamily="34" charset="-122"/>
                <a:cs typeface="Inter" pitchFamily="34" charset="-120"/>
              </a:rPr>
              <a:t>11,441 reviews from 205 hotels across Turkey</a:t>
            </a:r>
          </a:p>
          <a:p>
            <a:pPr>
              <a:lnSpc>
                <a:spcPts val="2850"/>
              </a:lnSpc>
            </a:pPr>
            <a:endParaRPr lang="en-GB" dirty="0"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GB" dirty="0">
                <a:latin typeface="Inter" pitchFamily="34" charset="0"/>
                <a:ea typeface="Inter" pitchFamily="34" charset="-122"/>
                <a:cs typeface="Inter" pitchFamily="34" charset="-120"/>
              </a:rPr>
              <a:t>87.3% sentiment analysis accuracy across both languages</a:t>
            </a:r>
          </a:p>
          <a:p>
            <a:pPr>
              <a:lnSpc>
                <a:spcPts val="2850"/>
              </a:lnSpc>
            </a:pPr>
            <a:endParaRPr lang="en-GB" dirty="0"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GB" dirty="0">
                <a:latin typeface="Inter" pitchFamily="34" charset="0"/>
                <a:ea typeface="Inter" pitchFamily="34" charset="-122"/>
                <a:cs typeface="Inter" pitchFamily="34" charset="-120"/>
              </a:rPr>
              <a:t>90.3% user satisfaction rate with recommendations</a:t>
            </a:r>
          </a:p>
          <a:p>
            <a:pPr>
              <a:lnSpc>
                <a:spcPts val="2850"/>
              </a:lnSpc>
            </a:pPr>
            <a:endParaRPr lang="en-GB" dirty="0"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GB" dirty="0">
                <a:latin typeface="Inter" pitchFamily="34" charset="0"/>
                <a:ea typeface="Inter" pitchFamily="34" charset="-122"/>
                <a:cs typeface="Inter" pitchFamily="34" charset="-120"/>
              </a:rPr>
              <a:t>23.7% booking conversion rate from personalized suggestions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7996587-63E0-83A6-1EC2-0F68558867D7}"/>
                  </a:ext>
                </a:extLst>
              </p14:cNvPr>
              <p14:cNvContentPartPr/>
              <p14:nvPr/>
            </p14:nvContentPartPr>
            <p14:xfrm>
              <a:off x="12834086" y="7749583"/>
              <a:ext cx="1625760" cy="344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7996587-63E0-83A6-1EC2-0F68558867D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71100" y="7686583"/>
                <a:ext cx="1751372" cy="47052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 1">
            <a:extLst>
              <a:ext uri="{FF2B5EF4-FFF2-40B4-BE49-F238E27FC236}">
                <a16:creationId xmlns:a16="http://schemas.microsoft.com/office/drawing/2014/main" id="{765B6B8E-D47D-A786-67E7-4146E159D663}"/>
              </a:ext>
            </a:extLst>
          </p:cNvPr>
          <p:cNvSpPr/>
          <p:nvPr/>
        </p:nvSpPr>
        <p:spPr>
          <a:xfrm>
            <a:off x="2090444" y="5613842"/>
            <a:ext cx="11447665" cy="18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GB" dirty="0">
                <a:latin typeface="Inter" panose="020B0604020202020204" charset="0"/>
                <a:ea typeface="Inter" panose="020B0604020202020204" charset="0"/>
              </a:rPr>
              <a:t>The Turkish tourism industry faces challenges with </a:t>
            </a:r>
          </a:p>
          <a:p>
            <a:pPr>
              <a:lnSpc>
                <a:spcPts val="2850"/>
              </a:lnSpc>
            </a:pPr>
            <a:r>
              <a:rPr lang="en-GB" dirty="0">
                <a:latin typeface="Inter" panose="020B0604020202020204" charset="0"/>
                <a:ea typeface="Inter" panose="020B0604020202020204" charset="0"/>
              </a:rPr>
              <a:t>multilingual review processing, scattered data across platforms, manual analysis limitations</a:t>
            </a:r>
          </a:p>
          <a:p>
            <a:pPr>
              <a:lnSpc>
                <a:spcPts val="2850"/>
              </a:lnSpc>
            </a:pPr>
            <a:r>
              <a:rPr lang="en-GB" dirty="0">
                <a:latin typeface="Inter" panose="020B0604020202020204" charset="0"/>
                <a:ea typeface="Inter" panose="020B0604020202020204" charset="0"/>
              </a:rPr>
              <a:t>and lack of sophisticated recommendation systems. Our platform addresses these issues </a:t>
            </a:r>
          </a:p>
          <a:p>
            <a:pPr>
              <a:lnSpc>
                <a:spcPts val="2850"/>
              </a:lnSpc>
            </a:pPr>
            <a:r>
              <a:rPr lang="en-GB" dirty="0">
                <a:latin typeface="Inter" panose="020B0604020202020204" charset="0"/>
                <a:ea typeface="Inter" panose="020B0604020202020204" charset="0"/>
              </a:rPr>
              <a:t>through comprehensive automation and intelligent analysis.</a:t>
            </a:r>
          </a:p>
          <a:p>
            <a:pPr>
              <a:lnSpc>
                <a:spcPts val="2850"/>
              </a:lnSpc>
            </a:pPr>
            <a:endParaRPr lang="en-GB" dirty="0"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pic>
        <p:nvPicPr>
          <p:cNvPr id="10" name="Graphic 9" descr="Comment Important with solid fill">
            <a:extLst>
              <a:ext uri="{FF2B5EF4-FFF2-40B4-BE49-F238E27FC236}">
                <a16:creationId xmlns:a16="http://schemas.microsoft.com/office/drawing/2014/main" id="{5738856B-7521-E792-0E09-CFB6E369AB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9760" y="5613842"/>
            <a:ext cx="638154" cy="63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740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16D0C-87AE-007D-B580-E340FD7BF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68C2862-27CE-5676-4120-89293B82DBA5}"/>
              </a:ext>
            </a:extLst>
          </p:cNvPr>
          <p:cNvSpPr/>
          <p:nvPr/>
        </p:nvSpPr>
        <p:spPr>
          <a:xfrm>
            <a:off x="1441058" y="931319"/>
            <a:ext cx="11992119" cy="83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Amasis MT Pro" panose="02040504050005020304" pitchFamily="18" charset="0"/>
                <a:ea typeface="Petrona Bold" pitchFamily="34" charset="-122"/>
                <a:cs typeface="Petrona Bold" pitchFamily="34" charset="-120"/>
              </a:rPr>
              <a:t> System Architecture &amp; Technology Stack</a:t>
            </a:r>
            <a:endParaRPr lang="en-US" sz="4650" dirty="0">
              <a:latin typeface="Amasis MT Pro" panose="02040504050005020304" pitchFamily="18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6E45969-AA25-FCE9-5EF1-DB832F969EC5}"/>
              </a:ext>
            </a:extLst>
          </p:cNvPr>
          <p:cNvSpPr/>
          <p:nvPr/>
        </p:nvSpPr>
        <p:spPr>
          <a:xfrm>
            <a:off x="925308" y="3145311"/>
            <a:ext cx="4243338" cy="2373745"/>
          </a:xfrm>
          <a:prstGeom prst="roundRect">
            <a:avLst>
              <a:gd name="adj" fmla="val 461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3470B11-A293-F301-75A1-5E0E1B4B0CD5}"/>
              </a:ext>
            </a:extLst>
          </p:cNvPr>
          <p:cNvSpPr/>
          <p:nvPr/>
        </p:nvSpPr>
        <p:spPr>
          <a:xfrm>
            <a:off x="2041391" y="3260518"/>
            <a:ext cx="1583552" cy="427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Sagona Book" panose="02020503050505020204" pitchFamily="18" charset="0"/>
                <a:ea typeface="Petrona Bold" pitchFamily="34" charset="-122"/>
                <a:cs typeface="Petrona Bold" pitchFamily="34" charset="-120"/>
              </a:rPr>
              <a:t>Frontend </a:t>
            </a:r>
            <a:endParaRPr lang="en-US" sz="2300" dirty="0">
              <a:latin typeface="Sagona Book" panose="0202050305050502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4A467A1-71D4-49FC-BBF7-C3B79B9270EC}"/>
              </a:ext>
            </a:extLst>
          </p:cNvPr>
          <p:cNvSpPr/>
          <p:nvPr/>
        </p:nvSpPr>
        <p:spPr>
          <a:xfrm>
            <a:off x="1310704" y="3737088"/>
            <a:ext cx="3769221" cy="1603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GB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Modern responsive interface with user-friendly design approach,</a:t>
            </a:r>
          </a:p>
          <a:p>
            <a:pPr marL="0" indent="0">
              <a:lnSpc>
                <a:spcPts val="2850"/>
              </a:lnSpc>
              <a:buNone/>
            </a:pPr>
            <a:r>
              <a:rPr lang="en-GB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Interactive charts and visualizations</a:t>
            </a:r>
            <a:endParaRPr lang="en-US" sz="17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01BD494-5067-4A6A-0820-40152017E345}"/>
              </a:ext>
            </a:extLst>
          </p:cNvPr>
          <p:cNvSpPr/>
          <p:nvPr/>
        </p:nvSpPr>
        <p:spPr>
          <a:xfrm>
            <a:off x="5315449" y="3145311"/>
            <a:ext cx="4243338" cy="2373745"/>
          </a:xfrm>
          <a:prstGeom prst="roundRect">
            <a:avLst>
              <a:gd name="adj" fmla="val 461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550D19A-AD60-792D-CB52-EDC66EF8859C}"/>
              </a:ext>
            </a:extLst>
          </p:cNvPr>
          <p:cNvSpPr/>
          <p:nvPr/>
        </p:nvSpPr>
        <p:spPr>
          <a:xfrm>
            <a:off x="6744675" y="3263116"/>
            <a:ext cx="1419686" cy="427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Sagona Book" panose="02020503050505020204" pitchFamily="18" charset="0"/>
                <a:ea typeface="Petrona Bold" pitchFamily="34" charset="-122"/>
                <a:cs typeface="Petrona Bold" pitchFamily="34" charset="-120"/>
              </a:rPr>
              <a:t>Backend</a:t>
            </a:r>
            <a:endParaRPr lang="en-US" sz="2300" dirty="0">
              <a:latin typeface="Sagona Book" panose="02020503050505020204" pitchFamily="18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8699CDF-C618-5EBF-7C9A-E42F60C89D2A}"/>
              </a:ext>
            </a:extLst>
          </p:cNvPr>
          <p:cNvSpPr/>
          <p:nvPr/>
        </p:nvSpPr>
        <p:spPr>
          <a:xfrm>
            <a:off x="5554042" y="3698745"/>
            <a:ext cx="4004745" cy="1664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GB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RESTful API with comprehensive endpoints for all operations</a:t>
            </a:r>
          </a:p>
          <a:p>
            <a:pPr marL="0" indent="0">
              <a:lnSpc>
                <a:spcPts val="2850"/>
              </a:lnSpc>
              <a:buNone/>
            </a:pPr>
            <a:r>
              <a:rPr lang="en-GB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BERT-based sentiment analysis using Transformers library for NLP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B4B8310-89CB-1284-8231-EC936DA5024A}"/>
              </a:ext>
            </a:extLst>
          </p:cNvPr>
          <p:cNvSpPr/>
          <p:nvPr/>
        </p:nvSpPr>
        <p:spPr>
          <a:xfrm>
            <a:off x="9824828" y="3145311"/>
            <a:ext cx="4243338" cy="2373745"/>
          </a:xfrm>
          <a:prstGeom prst="roundRect">
            <a:avLst>
              <a:gd name="adj" fmla="val 461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83774EC-DA0D-A43D-A922-3219E6CCA43B}"/>
              </a:ext>
            </a:extLst>
          </p:cNvPr>
          <p:cNvSpPr/>
          <p:nvPr/>
        </p:nvSpPr>
        <p:spPr>
          <a:xfrm>
            <a:off x="11121815" y="3307117"/>
            <a:ext cx="1947588" cy="427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Sagona Book" panose="02020503050505020204" pitchFamily="18" charset="0"/>
                <a:ea typeface="Petrona Bold" pitchFamily="34" charset="-122"/>
                <a:cs typeface="Petrona Bold" pitchFamily="34" charset="-120"/>
              </a:rPr>
              <a:t>Deployment</a:t>
            </a:r>
            <a:endParaRPr lang="en-US" sz="2300" dirty="0">
              <a:latin typeface="Sagona Book" panose="02020503050505020204" pitchFamily="18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DD5EE2A-30A2-70A0-D259-5B8214D9F58C}"/>
              </a:ext>
            </a:extLst>
          </p:cNvPr>
          <p:cNvSpPr/>
          <p:nvPr/>
        </p:nvSpPr>
        <p:spPr>
          <a:xfrm>
            <a:off x="10251965" y="3698744"/>
            <a:ext cx="3769221" cy="1643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GB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Vercel for frontend hosting with automatic CI/CD, Render for backend API with containerized deployment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D7B909A-3A54-BA70-F60B-726E0B2513CA}"/>
                  </a:ext>
                </a:extLst>
              </p14:cNvPr>
              <p14:cNvContentPartPr/>
              <p14:nvPr/>
            </p14:nvContentPartPr>
            <p14:xfrm>
              <a:off x="12823286" y="7804663"/>
              <a:ext cx="1634760" cy="7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D7B909A-3A54-BA70-F60B-726E0B2513C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60286" y="7678663"/>
                <a:ext cx="17604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3FAE7DE-2B2D-B13C-D2A8-9D5D5D41738C}"/>
                  </a:ext>
                </a:extLst>
              </p14:cNvPr>
              <p14:cNvContentPartPr/>
              <p14:nvPr/>
            </p14:nvContentPartPr>
            <p14:xfrm>
              <a:off x="12352406" y="7695223"/>
              <a:ext cx="2180160" cy="270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3FAE7DE-2B2D-B13C-D2A8-9D5D5D41738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289396" y="7632223"/>
                <a:ext cx="2305821" cy="39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436D770-9B61-1BBE-D6B9-780704AEC6A0}"/>
                  </a:ext>
                </a:extLst>
              </p14:cNvPr>
              <p14:cNvContentPartPr/>
              <p14:nvPr/>
            </p14:nvContentPartPr>
            <p14:xfrm>
              <a:off x="12953606" y="7842823"/>
              <a:ext cx="1491480" cy="1854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436D770-9B61-1BBE-D6B9-780704AEC6A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890621" y="7779823"/>
                <a:ext cx="161709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43E5AF3-4962-EC2F-6BFF-CF8F024E42DB}"/>
                  </a:ext>
                </a:extLst>
              </p14:cNvPr>
              <p14:cNvContentPartPr/>
              <p14:nvPr/>
            </p14:nvContentPartPr>
            <p14:xfrm>
              <a:off x="13592966" y="7945783"/>
              <a:ext cx="950400" cy="115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43E5AF3-4962-EC2F-6BFF-CF8F024E42D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529966" y="7882783"/>
                <a:ext cx="107604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6E09492-80FB-3393-18D7-C5B5361A080A}"/>
                  </a:ext>
                </a:extLst>
              </p14:cNvPr>
              <p14:cNvContentPartPr/>
              <p14:nvPr/>
            </p14:nvContentPartPr>
            <p14:xfrm>
              <a:off x="12834086" y="7945423"/>
              <a:ext cx="912240" cy="1994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6E09492-80FB-3393-18D7-C5B5361A080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771086" y="7882423"/>
                <a:ext cx="103788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DCF588E-69C5-219C-8542-B57F7BC9563B}"/>
                  </a:ext>
                </a:extLst>
              </p14:cNvPr>
              <p14:cNvContentPartPr/>
              <p14:nvPr/>
            </p14:nvContentPartPr>
            <p14:xfrm>
              <a:off x="12715646" y="7704754"/>
              <a:ext cx="1794960" cy="4284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DCF588E-69C5-219C-8542-B57F7BC9563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652646" y="7641754"/>
                <a:ext cx="1920600" cy="55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AA9D71C-A4E4-88C2-ED28-065986D4BF19}"/>
                  </a:ext>
                </a:extLst>
              </p14:cNvPr>
              <p14:cNvContentPartPr/>
              <p14:nvPr/>
            </p14:nvContentPartPr>
            <p14:xfrm>
              <a:off x="13113806" y="8000314"/>
              <a:ext cx="1385640" cy="774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AA9D71C-A4E4-88C2-ED28-065986D4BF1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3050806" y="7937606"/>
                <a:ext cx="1511280" cy="20245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3089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66832" y="1059162"/>
            <a:ext cx="8896735" cy="83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Amasis MT Pro" panose="02040504050005020304" pitchFamily="18" charset="0"/>
                <a:ea typeface="Petrona Bold" pitchFamily="34" charset="-122"/>
                <a:cs typeface="Petrona Bold" pitchFamily="34" charset="-120"/>
              </a:rPr>
              <a:t>Data Processing Pipeline &amp; ML</a:t>
            </a:r>
            <a:endParaRPr lang="en-US" sz="4650" dirty="0">
              <a:latin typeface="Amasis MT Pro" panose="020405040500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3468" y="3208869"/>
            <a:ext cx="4196358" cy="4171645"/>
          </a:xfrm>
          <a:prstGeom prst="roundRect">
            <a:avLst>
              <a:gd name="adj" fmla="val 461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 2"/>
          <p:cNvSpPr/>
          <p:nvPr/>
        </p:nvSpPr>
        <p:spPr>
          <a:xfrm>
            <a:off x="837902" y="3386579"/>
            <a:ext cx="3727490" cy="75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Sagona Book" panose="02020503050505020204" pitchFamily="18" charset="0"/>
                <a:ea typeface="Petrona Bold" pitchFamily="34" charset="-122"/>
                <a:cs typeface="Petrona Bold" pitchFamily="34" charset="-120"/>
              </a:rPr>
              <a:t>Data Collection &amp; Sources</a:t>
            </a:r>
            <a:endParaRPr lang="en-US" sz="2300" dirty="0">
              <a:latin typeface="Sagona Book" panose="0202050305050502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94009" y="3993386"/>
            <a:ext cx="3727490" cy="3177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GB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Google Places API integration with automated collection and rate limiting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GB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11,441 reviews collected with balanced Turkish/English distribution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4993609" y="3208869"/>
            <a:ext cx="4196358" cy="4171645"/>
          </a:xfrm>
          <a:prstGeom prst="roundRect">
            <a:avLst>
              <a:gd name="adj" fmla="val 461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261074" y="3370674"/>
            <a:ext cx="3727490" cy="75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Sagona Book" panose="02020503050505020204" pitchFamily="18" charset="0"/>
                <a:ea typeface="Petrona Bold" pitchFamily="34" charset="-122"/>
                <a:cs typeface="Petrona Bold" pitchFamily="34" charset="-120"/>
              </a:rPr>
              <a:t>Advanced Preprocessing</a:t>
            </a:r>
            <a:endParaRPr lang="en-US" sz="2300" dirty="0">
              <a:latin typeface="Sagona Book" panose="0202050305050502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28043" y="3872263"/>
            <a:ext cx="3727490" cy="3419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GB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Text cleaning and normalization removing emojis, special characters, and HTML tags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GB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DeepL translation for cross-language consistency with 94.2% accuracy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GB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Aspect extraction using LDA topic modelling for automatic categorization</a:t>
            </a:r>
          </a:p>
        </p:txBody>
      </p:sp>
      <p:sp>
        <p:nvSpPr>
          <p:cNvPr id="9" name="Shape 7"/>
          <p:cNvSpPr/>
          <p:nvPr/>
        </p:nvSpPr>
        <p:spPr>
          <a:xfrm>
            <a:off x="9502988" y="3208869"/>
            <a:ext cx="4196358" cy="4171645"/>
          </a:xfrm>
          <a:prstGeom prst="roundRect">
            <a:avLst>
              <a:gd name="adj" fmla="val 461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646807" y="3388549"/>
            <a:ext cx="3908720" cy="403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Sagona Book" panose="02020503050505020204" pitchFamily="18" charset="0"/>
                <a:ea typeface="Petrona Bold" pitchFamily="34" charset="-122"/>
                <a:cs typeface="Petrona Bold" pitchFamily="34" charset="-120"/>
              </a:rPr>
              <a:t>Machine Learning Analysis</a:t>
            </a:r>
            <a:endParaRPr lang="en-US" sz="2300" dirty="0">
              <a:latin typeface="Sagona Book" panose="0202050305050502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46413" y="3826508"/>
            <a:ext cx="4089978" cy="3400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GB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BERT-based sentiment analysis with pre-trained models for Turkish and English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GB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Aspect classification with 89.2% overall accuracy across all aspects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GB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Feature engineering using PCA for dimensionality reduction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GB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Cross-validation using 5-fold validation for robust performance</a:t>
            </a: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C47FF00-8824-05CA-6329-3C8A769D6E9D}"/>
                  </a:ext>
                </a:extLst>
              </p14:cNvPr>
              <p14:cNvContentPartPr/>
              <p14:nvPr/>
            </p14:nvContentPartPr>
            <p14:xfrm>
              <a:off x="12823286" y="7804663"/>
              <a:ext cx="1634760" cy="7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C47FF00-8824-05CA-6329-3C8A769D6E9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60286" y="7678663"/>
                <a:ext cx="17604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A707EC1-5359-855C-C987-DE2F71908D08}"/>
                  </a:ext>
                </a:extLst>
              </p14:cNvPr>
              <p14:cNvContentPartPr/>
              <p14:nvPr/>
            </p14:nvContentPartPr>
            <p14:xfrm>
              <a:off x="12352406" y="7695223"/>
              <a:ext cx="2180160" cy="270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A707EC1-5359-855C-C987-DE2F71908D0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289766" y="7632583"/>
                <a:ext cx="2305800" cy="39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CFEA684-1387-D6FC-3C3F-E7692512F111}"/>
                  </a:ext>
                </a:extLst>
              </p14:cNvPr>
              <p14:cNvContentPartPr/>
              <p14:nvPr/>
            </p14:nvContentPartPr>
            <p14:xfrm>
              <a:off x="12953606" y="7842823"/>
              <a:ext cx="1491480" cy="1854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CFEA684-1387-D6FC-3C3F-E7692512F11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890606" y="7780183"/>
                <a:ext cx="161712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01608E1-18CC-8439-9875-DE03BD2C5C2E}"/>
                  </a:ext>
                </a:extLst>
              </p14:cNvPr>
              <p14:cNvContentPartPr/>
              <p14:nvPr/>
            </p14:nvContentPartPr>
            <p14:xfrm>
              <a:off x="13592966" y="7945783"/>
              <a:ext cx="950400" cy="115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01608E1-18CC-8439-9875-DE03BD2C5C2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529966" y="7883143"/>
                <a:ext cx="107604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43B5BF2-F1FA-C7B0-8D78-433AADFEAE39}"/>
                  </a:ext>
                </a:extLst>
              </p14:cNvPr>
              <p14:cNvContentPartPr/>
              <p14:nvPr/>
            </p14:nvContentPartPr>
            <p14:xfrm>
              <a:off x="12834086" y="7945423"/>
              <a:ext cx="912240" cy="1994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43B5BF2-F1FA-C7B0-8D78-433AADFEAE3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771086" y="7882783"/>
                <a:ext cx="103788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FF0073B-F566-5295-632B-BAA60AEB05A5}"/>
                  </a:ext>
                </a:extLst>
              </p14:cNvPr>
              <p14:cNvContentPartPr/>
              <p14:nvPr/>
            </p14:nvContentPartPr>
            <p14:xfrm>
              <a:off x="12715646" y="7704754"/>
              <a:ext cx="1794960" cy="4284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FF0073B-F566-5295-632B-BAA60AEB05A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652646" y="7642114"/>
                <a:ext cx="1920600" cy="55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F1BD979-F29A-E9CB-983B-D71366A96C1C}"/>
                  </a:ext>
                </a:extLst>
              </p14:cNvPr>
              <p14:cNvContentPartPr/>
              <p14:nvPr/>
            </p14:nvContentPartPr>
            <p14:xfrm>
              <a:off x="13113806" y="8000314"/>
              <a:ext cx="1385640" cy="774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F1BD979-F29A-E9CB-983B-D71366A96C1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3051166" y="7937314"/>
                <a:ext cx="1511280" cy="203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B8A0C-563A-C37E-5E9E-D91F18EEA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998329F-FE6A-B645-ED2F-ADC394A60AA8}"/>
              </a:ext>
            </a:extLst>
          </p:cNvPr>
          <p:cNvSpPr/>
          <p:nvPr/>
        </p:nvSpPr>
        <p:spPr>
          <a:xfrm>
            <a:off x="3388847" y="767936"/>
            <a:ext cx="7365524" cy="919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Amasis MT Pro" panose="02040504050005020304" pitchFamily="18" charset="0"/>
                <a:ea typeface="Petrona Bold" pitchFamily="34" charset="-122"/>
                <a:cs typeface="Petrona Bold" pitchFamily="34" charset="-120"/>
              </a:rPr>
              <a:t>Web Application Features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A2F010C-4BF1-A135-4B6D-D4553B329CA3}"/>
              </a:ext>
            </a:extLst>
          </p:cNvPr>
          <p:cNvSpPr/>
          <p:nvPr/>
        </p:nvSpPr>
        <p:spPr>
          <a:xfrm>
            <a:off x="1770653" y="2779468"/>
            <a:ext cx="5300956" cy="2285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GB" dirty="0">
                <a:latin typeface="Inter" pitchFamily="34" charset="0"/>
                <a:ea typeface="Inter" pitchFamily="34" charset="-122"/>
                <a:cs typeface="Inter" pitchFamily="34" charset="-120"/>
              </a:rPr>
              <a:t>Sentiment analysis visualization</a:t>
            </a:r>
          </a:p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GB" dirty="0">
                <a:latin typeface="Inter" pitchFamily="34" charset="0"/>
                <a:ea typeface="Inter" pitchFamily="34" charset="-122"/>
                <a:cs typeface="Inter" pitchFamily="34" charset="-120"/>
              </a:rPr>
              <a:t>Aspect-wise performance tracking</a:t>
            </a:r>
          </a:p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GB" dirty="0">
                <a:latin typeface="Inter" pitchFamily="34" charset="0"/>
                <a:ea typeface="Inter" pitchFamily="34" charset="-122"/>
                <a:cs typeface="Inter" pitchFamily="34" charset="-120"/>
              </a:rPr>
              <a:t>Competitive analysis and benchmarking</a:t>
            </a:r>
          </a:p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GB" dirty="0">
                <a:latin typeface="Inter" pitchFamily="34" charset="0"/>
                <a:ea typeface="Inter" pitchFamily="34" charset="-122"/>
                <a:cs typeface="Inter" pitchFamily="34" charset="-120"/>
              </a:rPr>
              <a:t>AI-powered hotel recommendations</a:t>
            </a:r>
          </a:p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GB" dirty="0">
                <a:latin typeface="Inter" pitchFamily="34" charset="0"/>
                <a:ea typeface="Inter" pitchFamily="34" charset="-122"/>
                <a:cs typeface="Inter" pitchFamily="34" charset="-120"/>
              </a:rPr>
              <a:t>Advanced search and filtering</a:t>
            </a:r>
          </a:p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GB" dirty="0">
                <a:latin typeface="Inter" pitchFamily="34" charset="0"/>
                <a:ea typeface="Inter" pitchFamily="34" charset="-122"/>
                <a:cs typeface="Inter" pitchFamily="34" charset="-120"/>
              </a:rPr>
              <a:t>Sentiment-based hotel evaluation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E28AAB5-9CE1-D6FB-3F8E-519DEF658229}"/>
                  </a:ext>
                </a:extLst>
              </p14:cNvPr>
              <p14:cNvContentPartPr/>
              <p14:nvPr/>
            </p14:nvContentPartPr>
            <p14:xfrm>
              <a:off x="12834086" y="7749583"/>
              <a:ext cx="1625760" cy="344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E28AAB5-9CE1-D6FB-3F8E-519DEF6582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71100" y="7686583"/>
                <a:ext cx="1751372" cy="47052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54D7A90-A9E9-4600-3EB5-9BD2BE228329}"/>
              </a:ext>
            </a:extLst>
          </p:cNvPr>
          <p:cNvSpPr txBox="1"/>
          <p:nvPr/>
        </p:nvSpPr>
        <p:spPr>
          <a:xfrm>
            <a:off x="7315200" y="2723260"/>
            <a:ext cx="6074228" cy="228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GB" dirty="0">
                <a:latin typeface="Inter" pitchFamily="34" charset="0"/>
                <a:ea typeface="Inter" pitchFamily="34" charset="-122"/>
                <a:cs typeface="Inter" pitchFamily="34" charset="-120"/>
              </a:rPr>
              <a:t>Price optimization within budget</a:t>
            </a:r>
          </a:p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GB" dirty="0">
                <a:latin typeface="Inter" pitchFamily="34" charset="0"/>
                <a:ea typeface="Inter" pitchFamily="34" charset="-122"/>
                <a:cs typeface="Inter" pitchFamily="34" charset="-120"/>
              </a:rPr>
              <a:t>Location-based suggestions</a:t>
            </a:r>
          </a:p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GB" dirty="0">
                <a:latin typeface="Inter" pitchFamily="34" charset="0"/>
                <a:ea typeface="Inter" pitchFamily="34" charset="-122"/>
                <a:cs typeface="Inter" pitchFamily="34" charset="-120"/>
              </a:rPr>
              <a:t>Guest access without registration</a:t>
            </a:r>
          </a:p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GB" dirty="0">
                <a:latin typeface="Inter" pitchFamily="34" charset="0"/>
                <a:ea typeface="Inter" pitchFamily="34" charset="-122"/>
                <a:cs typeface="Inter" pitchFamily="34" charset="-120"/>
              </a:rPr>
              <a:t>Multi-language support (Turkish/English)</a:t>
            </a:r>
          </a:p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GB" dirty="0">
                <a:latin typeface="Inter" pitchFamily="34" charset="0"/>
                <a:ea typeface="Inter" pitchFamily="34" charset="-122"/>
                <a:cs typeface="Inter" pitchFamily="34" charset="-120"/>
              </a:rPr>
              <a:t>Interactive visualizations</a:t>
            </a:r>
          </a:p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GB" dirty="0">
                <a:latin typeface="Inter" pitchFamily="34" charset="0"/>
                <a:ea typeface="Inter" pitchFamily="34" charset="-122"/>
                <a:cs typeface="Inter" pitchFamily="34" charset="-120"/>
              </a:rPr>
              <a:t>Accessibility compliance</a:t>
            </a:r>
          </a:p>
        </p:txBody>
      </p:sp>
    </p:spTree>
    <p:extLst>
      <p:ext uri="{BB962C8B-B14F-4D97-AF65-F5344CB8AC3E}">
        <p14:creationId xmlns:p14="http://schemas.microsoft.com/office/powerpoint/2010/main" val="4188948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8191" y="7273766"/>
            <a:ext cx="13094018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endParaRPr lang="en-US" sz="17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5025334-27E0-8603-A714-EB01DB69FD85}"/>
                  </a:ext>
                </a:extLst>
              </p14:cNvPr>
              <p14:cNvContentPartPr/>
              <p14:nvPr/>
            </p14:nvContentPartPr>
            <p14:xfrm>
              <a:off x="12724646" y="7798903"/>
              <a:ext cx="1742400" cy="18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5025334-27E0-8603-A714-EB01DB69FD8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662006" y="7736263"/>
                <a:ext cx="186804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F312FB9-7247-B811-CA5E-C56A8C98B6FB}"/>
                  </a:ext>
                </a:extLst>
              </p14:cNvPr>
              <p14:cNvContentPartPr/>
              <p14:nvPr/>
            </p14:nvContentPartPr>
            <p14:xfrm>
              <a:off x="12996806" y="8022463"/>
              <a:ext cx="1483200" cy="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F312FB9-7247-B811-CA5E-C56A8C98B6F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933806" y="7896463"/>
                <a:ext cx="16088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20366FD-7C33-B5E3-619D-FE591DCF7078}"/>
                  </a:ext>
                </a:extLst>
              </p14:cNvPr>
              <p14:cNvContentPartPr/>
              <p14:nvPr/>
            </p14:nvContentPartPr>
            <p14:xfrm>
              <a:off x="12682886" y="8042983"/>
              <a:ext cx="1773360" cy="45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20366FD-7C33-B5E3-619D-FE591DCF707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620246" y="7980343"/>
                <a:ext cx="1899000" cy="17064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 descr="A screenshot of a hotel&#10;&#10;AI-generated content may be incorrect.">
            <a:extLst>
              <a:ext uri="{FF2B5EF4-FFF2-40B4-BE49-F238E27FC236}">
                <a16:creationId xmlns:a16="http://schemas.microsoft.com/office/drawing/2014/main" id="{E974E6B3-AA16-E8DC-B546-9D2A5CD69B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0106" y="845199"/>
            <a:ext cx="13470187" cy="65392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25689-AAF1-EDF0-E781-A5AA0B74D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6B017D8D-E398-2400-031E-5B2A90B3CC5C}"/>
              </a:ext>
            </a:extLst>
          </p:cNvPr>
          <p:cNvSpPr/>
          <p:nvPr/>
        </p:nvSpPr>
        <p:spPr>
          <a:xfrm>
            <a:off x="768191" y="7273766"/>
            <a:ext cx="13094018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endParaRPr lang="en-US" sz="17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9AAD5C0-F4C0-9C29-4A31-462DB2DBCEC5}"/>
                  </a:ext>
                </a:extLst>
              </p14:cNvPr>
              <p14:cNvContentPartPr/>
              <p14:nvPr/>
            </p14:nvContentPartPr>
            <p14:xfrm>
              <a:off x="12724646" y="7798903"/>
              <a:ext cx="1742400" cy="18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9AAD5C0-F4C0-9C29-4A31-462DB2DBCEC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61646" y="7735903"/>
                <a:ext cx="186804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D6EA44D-9056-B942-1E45-665ED563A7D7}"/>
                  </a:ext>
                </a:extLst>
              </p14:cNvPr>
              <p14:cNvContentPartPr/>
              <p14:nvPr/>
            </p14:nvContentPartPr>
            <p14:xfrm>
              <a:off x="12996806" y="8022463"/>
              <a:ext cx="1483200" cy="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D6EA44D-9056-B942-1E45-665ED563A7D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933806" y="7896463"/>
                <a:ext cx="16088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BE9EAAA-631A-9B78-FAB9-580E55F65F97}"/>
                  </a:ext>
                </a:extLst>
              </p14:cNvPr>
              <p14:cNvContentPartPr/>
              <p14:nvPr/>
            </p14:nvContentPartPr>
            <p14:xfrm>
              <a:off x="12682886" y="8042983"/>
              <a:ext cx="1773360" cy="45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BE9EAAA-631A-9B78-FAB9-580E55F65F9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619886" y="7979983"/>
                <a:ext cx="1899000" cy="17064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 descr="A screenshot of a hotel&#10;&#10;AI-generated content may be incorrect.">
            <a:extLst>
              <a:ext uri="{FF2B5EF4-FFF2-40B4-BE49-F238E27FC236}">
                <a16:creationId xmlns:a16="http://schemas.microsoft.com/office/drawing/2014/main" id="{E2320EC6-885F-4019-5C49-6C67969985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3210" y="729948"/>
            <a:ext cx="14143980" cy="676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844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1E033-63EC-E489-2919-DEC4625B5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49D815E-16C1-AF81-6087-AE1608B07AAF}"/>
              </a:ext>
            </a:extLst>
          </p:cNvPr>
          <p:cNvSpPr/>
          <p:nvPr/>
        </p:nvSpPr>
        <p:spPr>
          <a:xfrm>
            <a:off x="768191" y="7273766"/>
            <a:ext cx="13094018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endParaRPr lang="en-US" sz="17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422E1EF-1EAC-B2A3-D78D-80DA90A5EE62}"/>
                  </a:ext>
                </a:extLst>
              </p14:cNvPr>
              <p14:cNvContentPartPr/>
              <p14:nvPr/>
            </p14:nvContentPartPr>
            <p14:xfrm>
              <a:off x="12724646" y="7798903"/>
              <a:ext cx="1742400" cy="18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422E1EF-1EAC-B2A3-D78D-80DA90A5EE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61646" y="7735903"/>
                <a:ext cx="186804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49F52C5-E115-286C-6BA7-A74092E5C476}"/>
                  </a:ext>
                </a:extLst>
              </p14:cNvPr>
              <p14:cNvContentPartPr/>
              <p14:nvPr/>
            </p14:nvContentPartPr>
            <p14:xfrm>
              <a:off x="12996806" y="8022463"/>
              <a:ext cx="1483200" cy="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49F52C5-E115-286C-6BA7-A74092E5C47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933806" y="7896463"/>
                <a:ext cx="16088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DAE3C84-347A-C147-9944-66D10932391E}"/>
                  </a:ext>
                </a:extLst>
              </p14:cNvPr>
              <p14:cNvContentPartPr/>
              <p14:nvPr/>
            </p14:nvContentPartPr>
            <p14:xfrm>
              <a:off x="12682886" y="8042983"/>
              <a:ext cx="1773360" cy="45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DAE3C84-347A-C147-9944-66D10932391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619886" y="7979983"/>
                <a:ext cx="1899000" cy="17064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5C1C3875-AA5C-5FDD-B28C-D8C5EB1567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016" y="780217"/>
            <a:ext cx="13866368" cy="666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521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C3735-E42F-00D3-D026-D2F2D1B06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9D04A47-492F-901A-6545-824DAA043BC1}"/>
              </a:ext>
            </a:extLst>
          </p:cNvPr>
          <p:cNvSpPr/>
          <p:nvPr/>
        </p:nvSpPr>
        <p:spPr>
          <a:xfrm>
            <a:off x="768191" y="7273766"/>
            <a:ext cx="13094018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endParaRPr lang="en-US" sz="17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4C04836-CAB9-32F4-4B07-658F99FF63FF}"/>
                  </a:ext>
                </a:extLst>
              </p14:cNvPr>
              <p14:cNvContentPartPr/>
              <p14:nvPr/>
            </p14:nvContentPartPr>
            <p14:xfrm>
              <a:off x="12724646" y="7798903"/>
              <a:ext cx="1742400" cy="18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4C04836-CAB9-32F4-4B07-658F99FF63F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61646" y="7735903"/>
                <a:ext cx="186804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36AD2D4-A874-942E-5E8D-136E8E2BB266}"/>
                  </a:ext>
                </a:extLst>
              </p14:cNvPr>
              <p14:cNvContentPartPr/>
              <p14:nvPr/>
            </p14:nvContentPartPr>
            <p14:xfrm>
              <a:off x="12996806" y="8022463"/>
              <a:ext cx="1483200" cy="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36AD2D4-A874-942E-5E8D-136E8E2BB26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933806" y="7896463"/>
                <a:ext cx="16088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38C15F8-D74F-3D0F-D7ED-F9CA07D6FA89}"/>
                  </a:ext>
                </a:extLst>
              </p14:cNvPr>
              <p14:cNvContentPartPr/>
              <p14:nvPr/>
            </p14:nvContentPartPr>
            <p14:xfrm>
              <a:off x="12682886" y="8042983"/>
              <a:ext cx="1773360" cy="45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38C15F8-D74F-3D0F-D7ED-F9CA07D6FA8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619886" y="7979983"/>
                <a:ext cx="1899000" cy="17064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D6DEBEC4-5AE3-1B1A-0550-DC81F4CEB7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4191" y="773680"/>
            <a:ext cx="13962017" cy="6682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212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18FF4-5FD8-0086-5940-3C3E57617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732CE3A-1C28-A706-7E75-0D91C123A34F}"/>
              </a:ext>
            </a:extLst>
          </p:cNvPr>
          <p:cNvSpPr/>
          <p:nvPr/>
        </p:nvSpPr>
        <p:spPr>
          <a:xfrm>
            <a:off x="768191" y="7273766"/>
            <a:ext cx="13094018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endParaRPr lang="en-US" sz="17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2B8B494-D446-3EF9-47ED-49824C235980}"/>
                  </a:ext>
                </a:extLst>
              </p14:cNvPr>
              <p14:cNvContentPartPr/>
              <p14:nvPr/>
            </p14:nvContentPartPr>
            <p14:xfrm>
              <a:off x="12724646" y="7798903"/>
              <a:ext cx="1742400" cy="18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2B8B494-D446-3EF9-47ED-49824C23598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61646" y="7735903"/>
                <a:ext cx="186804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61C3C3B-E44C-5A4E-2319-7B245322AF82}"/>
                  </a:ext>
                </a:extLst>
              </p14:cNvPr>
              <p14:cNvContentPartPr/>
              <p14:nvPr/>
            </p14:nvContentPartPr>
            <p14:xfrm>
              <a:off x="12996806" y="8022463"/>
              <a:ext cx="1483200" cy="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61C3C3B-E44C-5A4E-2319-7B245322AF8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933806" y="7896463"/>
                <a:ext cx="16088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8BB414A-06C9-30C2-0341-BA9216233B0F}"/>
                  </a:ext>
                </a:extLst>
              </p14:cNvPr>
              <p14:cNvContentPartPr/>
              <p14:nvPr/>
            </p14:nvContentPartPr>
            <p14:xfrm>
              <a:off x="12682886" y="8042983"/>
              <a:ext cx="1773360" cy="45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8BB414A-06C9-30C2-0341-BA9216233B0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619886" y="7979983"/>
                <a:ext cx="1899000" cy="17064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 descr="A screenshot of a login page&#10;&#10;AI-generated content may be incorrect.">
            <a:extLst>
              <a:ext uri="{FF2B5EF4-FFF2-40B4-BE49-F238E27FC236}">
                <a16:creationId xmlns:a16="http://schemas.microsoft.com/office/drawing/2014/main" id="{EFC98950-CD15-FF02-ADC0-0302B05882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1806" y="717398"/>
            <a:ext cx="14026787" cy="679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377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58931" y="3493604"/>
            <a:ext cx="7724707" cy="9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Amasis MT Pro" panose="02040504050005020304" pitchFamily="18" charset="0"/>
                <a:ea typeface="Petrona Bold" pitchFamily="34" charset="-122"/>
                <a:cs typeface="Petrona Bold" pitchFamily="34" charset="-120"/>
              </a:rPr>
              <a:t>Results &amp; Business Impact</a:t>
            </a:r>
            <a:endParaRPr lang="en-US" sz="4650" dirty="0">
              <a:latin typeface="Amasis MT Pro" panose="020405040500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1709619" y="514292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1888332" y="5219367"/>
            <a:ext cx="152876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492294" y="5219367"/>
            <a:ext cx="325880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Sagona Book" panose="02020503050505020204" pitchFamily="18" charset="0"/>
                <a:ea typeface="Petrona Bold" pitchFamily="34" charset="-122"/>
                <a:cs typeface="Petrona Bold" pitchFamily="34" charset="-120"/>
              </a:rPr>
              <a:t>Performance Results</a:t>
            </a:r>
            <a:endParaRPr lang="en-US" sz="2300" dirty="0">
              <a:latin typeface="Sagona Book" panose="020205030505050202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446735" y="5651088"/>
            <a:ext cx="3084637" cy="1556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v"/>
            </a:pPr>
            <a:r>
              <a:rPr lang="en-GB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87.3% sentiment analysis accuracy across languages</a:t>
            </a:r>
          </a:p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v"/>
            </a:pPr>
            <a:r>
              <a:rPr lang="en-GB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90.3% user satisfaction with recommendations</a:t>
            </a:r>
          </a:p>
        </p:txBody>
      </p:sp>
      <p:sp>
        <p:nvSpPr>
          <p:cNvPr id="8" name="Shape 5"/>
          <p:cNvSpPr/>
          <p:nvPr/>
        </p:nvSpPr>
        <p:spPr>
          <a:xfrm>
            <a:off x="7315200" y="514292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7469028" y="5219367"/>
            <a:ext cx="202525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052317" y="5219367"/>
            <a:ext cx="260479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Sagona Book" panose="02020503050505020204" pitchFamily="18" charset="0"/>
                <a:ea typeface="Petrona Bold" pitchFamily="34" charset="-122"/>
                <a:cs typeface="Petrona Bold" pitchFamily="34" charset="-120"/>
              </a:rPr>
              <a:t>Business Impact</a:t>
            </a:r>
            <a:endParaRPr lang="en-US" sz="2300" dirty="0">
              <a:latin typeface="Sagona Book" panose="0202050305050502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052316" y="5651087"/>
            <a:ext cx="3459242" cy="1825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v"/>
            </a:pPr>
            <a:r>
              <a:rPr lang="en-GB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 hotel management decisions</a:t>
            </a:r>
          </a:p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v"/>
            </a:pPr>
            <a:r>
              <a:rPr lang="en-GB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Enhanced tourist experience</a:t>
            </a:r>
          </a:p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v"/>
            </a:pPr>
            <a:r>
              <a:rPr lang="en-GB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Turkish tourism competitiveness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0402009-2878-CCD9-71E8-92C09C43DD25}"/>
                  </a:ext>
                </a:extLst>
              </p14:cNvPr>
              <p14:cNvContentPartPr/>
              <p14:nvPr/>
            </p14:nvContentPartPr>
            <p14:xfrm>
              <a:off x="12669566" y="7766143"/>
              <a:ext cx="1764720" cy="1854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0402009-2878-CCD9-71E8-92C09C43DD2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606553" y="7703143"/>
                <a:ext cx="1890386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879A2A3-3D1A-2E48-9ADE-8A5059275E2F}"/>
                  </a:ext>
                </a:extLst>
              </p14:cNvPr>
              <p14:cNvContentPartPr/>
              <p14:nvPr/>
            </p14:nvContentPartPr>
            <p14:xfrm>
              <a:off x="12899246" y="8022463"/>
              <a:ext cx="1580760" cy="7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879A2A3-3D1A-2E48-9ADE-8A5059275E2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836246" y="7896463"/>
                <a:ext cx="17064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A7AA8B0-293A-0EB2-88EF-32171B59E234}"/>
                  </a:ext>
                </a:extLst>
              </p14:cNvPr>
              <p14:cNvContentPartPr/>
              <p14:nvPr/>
            </p14:nvContentPartPr>
            <p14:xfrm>
              <a:off x="12745886" y="8032903"/>
              <a:ext cx="1699200" cy="979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A7AA8B0-293A-0EB2-88EF-32171B59E23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683246" y="7969903"/>
                <a:ext cx="182484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F038B3C-56BB-5B55-E076-BBAEFB569ED9}"/>
                  </a:ext>
                </a:extLst>
              </p14:cNvPr>
              <p14:cNvContentPartPr/>
              <p14:nvPr/>
            </p14:nvContentPartPr>
            <p14:xfrm>
              <a:off x="14477486" y="7869994"/>
              <a:ext cx="360" cy="360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F038B3C-56BB-5B55-E076-BBAEFB569ED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414846" y="7806994"/>
                <a:ext cx="126000" cy="161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11704" y="959643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Amasis MT Pro" panose="02040504050005020304" pitchFamily="18" charset="0"/>
                <a:ea typeface="Petrona Bold" pitchFamily="34" charset="-122"/>
                <a:cs typeface="Petrona Bold" pitchFamily="34" charset="-120"/>
              </a:rPr>
              <a:t>Future Works</a:t>
            </a:r>
            <a:endParaRPr lang="en-US" sz="4650" dirty="0">
              <a:latin typeface="Amasis MT Pro" panose="020405040500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2647236"/>
            <a:ext cx="170021" cy="1233964"/>
          </a:xfrm>
          <a:prstGeom prst="roundRect">
            <a:avLst>
              <a:gd name="adj" fmla="val 5603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1303973" y="2683085"/>
            <a:ext cx="30739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latin typeface="Sagona Book" panose="02020503050505020204" pitchFamily="18" charset="0"/>
                <a:ea typeface="Petrona Bold" pitchFamily="34" charset="-122"/>
                <a:cs typeface="Petrona Bold" pitchFamily="34" charset="-120"/>
              </a:rPr>
              <a:t>Analysis Improvement</a:t>
            </a:r>
            <a:endParaRPr lang="en-US" sz="2300" dirty="0">
              <a:latin typeface="Sagona Book" panose="0202050305050502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303972" y="3106836"/>
            <a:ext cx="704623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GB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Expanded dataset from additional sources, advanced transformer-based models, mobile application development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133951" y="4176751"/>
            <a:ext cx="170021" cy="1233964"/>
          </a:xfrm>
          <a:prstGeom prst="roundRect">
            <a:avLst>
              <a:gd name="adj" fmla="val 5603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644134" y="422321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latin typeface="Sagona Book" panose="02020503050505020204" pitchFamily="18" charset="0"/>
                <a:ea typeface="Petrona Bold" pitchFamily="34" charset="-122"/>
                <a:cs typeface="Petrona Bold" pitchFamily="34" charset="-120"/>
              </a:rPr>
              <a:t>Facility Upgrades</a:t>
            </a:r>
            <a:endParaRPr lang="en-US" sz="2300" dirty="0">
              <a:latin typeface="Sagona Book" panose="0202050305050502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644134" y="4614437"/>
            <a:ext cx="6706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GB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Microservices architecture, AI-powered features, global marketplace</a:t>
            </a:r>
          </a:p>
        </p:txBody>
      </p:sp>
      <p:sp>
        <p:nvSpPr>
          <p:cNvPr id="10" name="Shape 7"/>
          <p:cNvSpPr/>
          <p:nvPr/>
        </p:nvSpPr>
        <p:spPr>
          <a:xfrm>
            <a:off x="1474232" y="5754826"/>
            <a:ext cx="170021" cy="871061"/>
          </a:xfrm>
          <a:prstGeom prst="roundRect">
            <a:avLst>
              <a:gd name="adj" fmla="val 5603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1984415" y="5799135"/>
            <a:ext cx="37523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GB" sz="2300" b="1" dirty="0">
                <a:latin typeface="Sagona Book" panose="02020503050505020204" pitchFamily="18" charset="0"/>
                <a:ea typeface="Petrona Bold" pitchFamily="34" charset="-122"/>
              </a:rPr>
              <a:t>Integration Development </a:t>
            </a:r>
            <a:endParaRPr lang="en-US" sz="2300" dirty="0">
              <a:latin typeface="Sagona Book" panose="020205030505050202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984415" y="6190356"/>
            <a:ext cx="6365796" cy="725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GB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Third-party API integrations, real-time analytics dashboard,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GB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international expansion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52131" y="2741622"/>
            <a:ext cx="10291263" cy="1067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850"/>
              </a:lnSpc>
            </a:pPr>
            <a:r>
              <a:rPr lang="en-US" sz="2700" b="1" dirty="0">
                <a:solidFill>
                  <a:srgbClr val="000000"/>
                </a:solidFill>
                <a:latin typeface="Amasis MT Pro" panose="02040504050005020304" pitchFamily="18" charset="0"/>
                <a:ea typeface="Petrona Bold" pitchFamily="34" charset="-122"/>
                <a:cs typeface="Petrona Bold" pitchFamily="34" charset="-120"/>
              </a:rPr>
              <a:t>Github: </a:t>
            </a:r>
            <a:r>
              <a:rPr lang="en-US" sz="2700" b="1" dirty="0">
                <a:solidFill>
                  <a:srgbClr val="000000"/>
                </a:solidFill>
                <a:latin typeface="Amasis MT Pro" panose="02040504050005020304" pitchFamily="18" charset="0"/>
                <a:ea typeface="Petrona Bold" pitchFamily="34" charset="-122"/>
                <a:cs typeface="Petrona Bold" pitchFamily="34" charset="-120"/>
                <a:hlinkClick r:id="rId3"/>
              </a:rPr>
              <a:t>https://github.com/SudeCat/hotel-recommendation</a:t>
            </a:r>
            <a:endParaRPr lang="en-US" sz="2700" b="1" dirty="0">
              <a:solidFill>
                <a:srgbClr val="000000"/>
              </a:solidFill>
              <a:latin typeface="Amasis MT Pro" panose="02040504050005020304" pitchFamily="18" charset="0"/>
              <a:ea typeface="Petrona Bold" pitchFamily="34" charset="-122"/>
              <a:cs typeface="Petrona Bold" pitchFamily="34" charset="-120"/>
            </a:endParaRPr>
          </a:p>
          <a:p>
            <a:pPr marL="0" indent="0">
              <a:lnSpc>
                <a:spcPts val="5850"/>
              </a:lnSpc>
              <a:buNone/>
            </a:pPr>
            <a:endParaRPr lang="en-US" sz="2700" b="1" dirty="0">
              <a:solidFill>
                <a:srgbClr val="000000"/>
              </a:solidFill>
              <a:latin typeface="Amasis MT Pro" panose="02040504050005020304" pitchFamily="18" charset="0"/>
              <a:ea typeface="Petrona Bold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3BF0E53-AFF6-6655-1A20-478881050073}"/>
                  </a:ext>
                </a:extLst>
              </p14:cNvPr>
              <p14:cNvContentPartPr/>
              <p14:nvPr/>
            </p14:nvContentPartPr>
            <p14:xfrm>
              <a:off x="12910046" y="7760023"/>
              <a:ext cx="1524240" cy="122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3BF0E53-AFF6-6655-1A20-47888105007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47406" y="7697023"/>
                <a:ext cx="164988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4088F81-7C67-1E4C-BD49-73F0AB2B4996}"/>
                  </a:ext>
                </a:extLst>
              </p14:cNvPr>
              <p14:cNvContentPartPr/>
              <p14:nvPr/>
            </p14:nvContentPartPr>
            <p14:xfrm>
              <a:off x="12907526" y="7880623"/>
              <a:ext cx="1592280" cy="867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4088F81-7C67-1E4C-BD49-73F0AB2B499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844526" y="7817623"/>
                <a:ext cx="171792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BA7ACCE-5325-51D1-3D60-6B98529E3716}"/>
                  </a:ext>
                </a:extLst>
              </p14:cNvPr>
              <p14:cNvContentPartPr/>
              <p14:nvPr/>
            </p14:nvContentPartPr>
            <p14:xfrm>
              <a:off x="12953966" y="7977823"/>
              <a:ext cx="1539720" cy="1101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BA7ACCE-5325-51D1-3D60-6B98529E371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890966" y="7915183"/>
                <a:ext cx="166536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4705DF8-5F8A-C78E-2E5F-18E4C22FB920}"/>
                  </a:ext>
                </a:extLst>
              </p14:cNvPr>
              <p14:cNvContentPartPr/>
              <p14:nvPr/>
            </p14:nvContentPartPr>
            <p14:xfrm>
              <a:off x="14075726" y="7966303"/>
              <a:ext cx="391320" cy="781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4705DF8-5F8A-C78E-2E5F-18E4C22FB92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013086" y="7903303"/>
                <a:ext cx="51696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280AF5D-AE69-7689-6225-CB55727026E8}"/>
                  </a:ext>
                </a:extLst>
              </p14:cNvPr>
              <p14:cNvContentPartPr/>
              <p14:nvPr/>
            </p14:nvContentPartPr>
            <p14:xfrm>
              <a:off x="13432406" y="7962154"/>
              <a:ext cx="1056240" cy="1854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280AF5D-AE69-7689-6225-CB55727026E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369406" y="7899514"/>
                <a:ext cx="118188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E3C42F1-5FC7-CD38-C2BE-DEBF2C0EB78C}"/>
                  </a:ext>
                </a:extLst>
              </p14:cNvPr>
              <p14:cNvContentPartPr/>
              <p14:nvPr/>
            </p14:nvContentPartPr>
            <p14:xfrm>
              <a:off x="13260326" y="8098234"/>
              <a:ext cx="1087560" cy="122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E3C42F1-5FC7-CD38-C2BE-DEBF2C0EB78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197686" y="8035594"/>
                <a:ext cx="1213200" cy="1378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 0">
            <a:extLst>
              <a:ext uri="{FF2B5EF4-FFF2-40B4-BE49-F238E27FC236}">
                <a16:creationId xmlns:a16="http://schemas.microsoft.com/office/drawing/2014/main" id="{8C488CF9-C4EE-327B-F055-B0C13E7BA749}"/>
              </a:ext>
            </a:extLst>
          </p:cNvPr>
          <p:cNvSpPr/>
          <p:nvPr/>
        </p:nvSpPr>
        <p:spPr>
          <a:xfrm>
            <a:off x="2252130" y="4114800"/>
            <a:ext cx="10504313" cy="158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850"/>
              </a:lnSpc>
            </a:pPr>
            <a:r>
              <a:rPr lang="en-US" sz="2700" b="1" dirty="0">
                <a:solidFill>
                  <a:srgbClr val="000000"/>
                </a:solidFill>
                <a:latin typeface="Amasis MT Pro" panose="02040504050005020304" pitchFamily="18" charset="0"/>
                <a:ea typeface="Petrona Bold" pitchFamily="34" charset="-122"/>
                <a:cs typeface="Petrona Bold" pitchFamily="34" charset="-120"/>
              </a:rPr>
              <a:t>Demo Video: </a:t>
            </a:r>
            <a:r>
              <a:rPr lang="en-US" sz="2700" b="1" dirty="0">
                <a:solidFill>
                  <a:srgbClr val="000000"/>
                </a:solidFill>
                <a:latin typeface="Amasis MT Pro" panose="02040504050005020304" pitchFamily="18" charset="0"/>
                <a:ea typeface="Petrona Bold" pitchFamily="34" charset="-122"/>
                <a:cs typeface="Petrona Bold" pitchFamily="34" charset="-120"/>
                <a:hlinkClick r:id="rId16"/>
              </a:rPr>
              <a:t>https://drive.google.com/file/d/1qEiNqLmG9HZ</a:t>
            </a:r>
          </a:p>
          <a:p>
            <a:pPr>
              <a:lnSpc>
                <a:spcPts val="5850"/>
              </a:lnSpc>
            </a:pPr>
            <a:r>
              <a:rPr lang="en-US" sz="2700" b="1" dirty="0">
                <a:solidFill>
                  <a:srgbClr val="000000"/>
                </a:solidFill>
                <a:latin typeface="Amasis MT Pro" panose="02040504050005020304" pitchFamily="18" charset="0"/>
                <a:ea typeface="Petrona Bold" pitchFamily="34" charset="-122"/>
                <a:cs typeface="Petrona Bold" pitchFamily="34" charset="-120"/>
                <a:hlinkClick r:id="rId16"/>
              </a:rPr>
              <a:t>JCtKa6pSqU8vXRm9e62UO/view?usp=sharing</a:t>
            </a:r>
            <a:endParaRPr lang="en-US" sz="2700" b="1" dirty="0">
              <a:solidFill>
                <a:srgbClr val="000000"/>
              </a:solidFill>
              <a:latin typeface="Amasis MT Pro" panose="02040504050005020304" pitchFamily="18" charset="0"/>
              <a:ea typeface="Petrona Bold" pitchFamily="34" charset="-122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0C33A7E6-12D4-F046-B6B2-F2FDD53A656B}"/>
              </a:ext>
            </a:extLst>
          </p:cNvPr>
          <p:cNvSpPr/>
          <p:nvPr/>
        </p:nvSpPr>
        <p:spPr>
          <a:xfrm>
            <a:off x="4558548" y="790310"/>
            <a:ext cx="567843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Amasis MT Pro" panose="02040504050005020304" pitchFamily="18" charset="0"/>
                <a:ea typeface="Petrona Bold" pitchFamily="34" charset="-122"/>
                <a:cs typeface="Petrona Bold" pitchFamily="34" charset="-120"/>
              </a:rPr>
              <a:t>Demo &amp; Repository</a:t>
            </a:r>
            <a:endParaRPr lang="en-US" sz="4650" dirty="0">
              <a:latin typeface="Amasis MT Pro" panose="020405040500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0B618-F0EC-0B32-7F3A-FA2981F79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6C0EC0-8309-2E37-EDE6-9B33E5CE54DC}"/>
              </a:ext>
            </a:extLst>
          </p:cNvPr>
          <p:cNvSpPr/>
          <p:nvPr/>
        </p:nvSpPr>
        <p:spPr>
          <a:xfrm>
            <a:off x="4338101" y="2312551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Amasis MT Pro" panose="02040504050005020304" pitchFamily="18" charset="0"/>
                <a:ea typeface="Petrona Bold" pitchFamily="34" charset="-122"/>
                <a:cs typeface="Petrona Bold" pitchFamily="34" charset="-120"/>
              </a:rPr>
              <a:t>Thank You!</a:t>
            </a:r>
          </a:p>
          <a:p>
            <a:pPr marL="0" indent="0" algn="ctr">
              <a:lnSpc>
                <a:spcPts val="5850"/>
              </a:lnSpc>
              <a:buNone/>
            </a:pPr>
            <a:endParaRPr lang="en-US" sz="4650" b="1" dirty="0">
              <a:solidFill>
                <a:srgbClr val="000000"/>
              </a:solidFill>
              <a:latin typeface="Amasis MT Pro" panose="02040504050005020304" pitchFamily="18" charset="0"/>
              <a:ea typeface="Petrona Bold" pitchFamily="34" charset="-122"/>
            </a:endParaRPr>
          </a:p>
          <a:p>
            <a:pPr marL="0" indent="0" algn="ctr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Amasis MT Pro" panose="02040504050005020304" pitchFamily="18" charset="0"/>
                <a:ea typeface="Petrona Bold" pitchFamily="34" charset="-122"/>
              </a:rPr>
              <a:t>catsudeebrar@gmail.com</a:t>
            </a:r>
            <a:endParaRPr lang="en-US" sz="4650" dirty="0">
              <a:latin typeface="Amasis MT Pro" panose="020405040500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040D5CA-18EB-AB52-274C-ABC35E2E848A}"/>
                  </a:ext>
                </a:extLst>
              </p14:cNvPr>
              <p14:cNvContentPartPr/>
              <p14:nvPr/>
            </p14:nvContentPartPr>
            <p14:xfrm>
              <a:off x="12910046" y="7760023"/>
              <a:ext cx="1524240" cy="122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040D5CA-18EB-AB52-274C-ABC35E2E84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47031" y="7697023"/>
                <a:ext cx="164991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AE84186-7229-0E37-167C-3A4E7FE10DEA}"/>
                  </a:ext>
                </a:extLst>
              </p14:cNvPr>
              <p14:cNvContentPartPr/>
              <p14:nvPr/>
            </p14:nvContentPartPr>
            <p14:xfrm>
              <a:off x="12907526" y="7880623"/>
              <a:ext cx="1592280" cy="867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AE84186-7229-0E37-167C-3A4E7FE10DE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44526" y="7817623"/>
                <a:ext cx="171792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E39004B-C682-DB71-D4DF-8A686A9B97A0}"/>
                  </a:ext>
                </a:extLst>
              </p14:cNvPr>
              <p14:cNvContentPartPr/>
              <p14:nvPr/>
            </p14:nvContentPartPr>
            <p14:xfrm>
              <a:off x="12953966" y="7977823"/>
              <a:ext cx="1539720" cy="1101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E39004B-C682-DB71-D4DF-8A686A9B97A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890981" y="7914823"/>
                <a:ext cx="1665331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FC67F0F-AF37-7C6C-2364-E3B0BD157DDA}"/>
                  </a:ext>
                </a:extLst>
              </p14:cNvPr>
              <p14:cNvContentPartPr/>
              <p14:nvPr/>
            </p14:nvContentPartPr>
            <p14:xfrm>
              <a:off x="14075726" y="7966303"/>
              <a:ext cx="391320" cy="781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FC67F0F-AF37-7C6C-2364-E3B0BD157DD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4012726" y="7903303"/>
                <a:ext cx="51696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8B3621C-46CA-BE76-4B4B-C96A522E7295}"/>
                  </a:ext>
                </a:extLst>
              </p14:cNvPr>
              <p14:cNvContentPartPr/>
              <p14:nvPr/>
            </p14:nvContentPartPr>
            <p14:xfrm>
              <a:off x="13432406" y="7962154"/>
              <a:ext cx="1056240" cy="1854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8B3621C-46CA-BE76-4B4B-C96A522E729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369427" y="7899154"/>
                <a:ext cx="1181837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BC046D2-923A-358E-284C-E2BF76DAE2E6}"/>
                  </a:ext>
                </a:extLst>
              </p14:cNvPr>
              <p14:cNvContentPartPr/>
              <p14:nvPr/>
            </p14:nvContentPartPr>
            <p14:xfrm>
              <a:off x="13260326" y="8098234"/>
              <a:ext cx="1087560" cy="122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BC046D2-923A-358E-284C-E2BF76DAE2E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3197326" y="8035234"/>
                <a:ext cx="1213200" cy="13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3401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502</Words>
  <Application>Microsoft Office PowerPoint</Application>
  <PresentationFormat>Custom</PresentationFormat>
  <Paragraphs>100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Amasis MT Pro</vt:lpstr>
      <vt:lpstr>Petrona Bold</vt:lpstr>
      <vt:lpstr>Arial</vt:lpstr>
      <vt:lpstr>Sagona Book</vt:lpstr>
      <vt:lpstr>Inter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sudeebrarcat@posta.mu.edu.tr</cp:lastModifiedBy>
  <cp:revision>28</cp:revision>
  <dcterms:created xsi:type="dcterms:W3CDTF">2025-01-18T13:33:35Z</dcterms:created>
  <dcterms:modified xsi:type="dcterms:W3CDTF">2025-10-18T11:54:06Z</dcterms:modified>
</cp:coreProperties>
</file>